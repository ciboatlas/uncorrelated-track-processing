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Lst>
  <p:sldSz cy="21945600" cx="329184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3680">
          <p15:clr>
            <a:srgbClr val="747775"/>
          </p15:clr>
        </p15:guide>
        <p15:guide id="2" pos="1454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3680" orient="horz"/>
        <p:guide pos="14544"/>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857562" y="685800"/>
            <a:ext cx="51435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2:notes"/>
          <p:cNvSpPr/>
          <p:nvPr>
            <p:ph idx="2" type="sldImg"/>
          </p:nvPr>
        </p:nvSpPr>
        <p:spPr>
          <a:xfrm>
            <a:off x="857562" y="685800"/>
            <a:ext cx="51435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1122150" y="3176853"/>
            <a:ext cx="30674100" cy="8757900"/>
          </a:xfrm>
          <a:prstGeom prst="rect">
            <a:avLst/>
          </a:prstGeom>
          <a:noFill/>
          <a:ln>
            <a:noFill/>
          </a:ln>
        </p:spPr>
        <p:txBody>
          <a:bodyPr anchorCtr="0" anchor="b" bIns="355600" lIns="355600" spcFirstLastPara="1" rIns="355600" wrap="square" tIns="355600">
            <a:normAutofit/>
          </a:bodyPr>
          <a:lstStyle>
            <a:lvl1pPr lvl="0" algn="ctr">
              <a:lnSpc>
                <a:spcPct val="100000"/>
              </a:lnSpc>
              <a:spcBef>
                <a:spcPts val="0"/>
              </a:spcBef>
              <a:spcAft>
                <a:spcPts val="0"/>
              </a:spcAft>
              <a:buSzPts val="20200"/>
              <a:buNone/>
              <a:defRPr sz="20200"/>
            </a:lvl1pPr>
            <a:lvl2pPr lvl="1" algn="ctr">
              <a:lnSpc>
                <a:spcPct val="100000"/>
              </a:lnSpc>
              <a:spcBef>
                <a:spcPts val="0"/>
              </a:spcBef>
              <a:spcAft>
                <a:spcPts val="0"/>
              </a:spcAft>
              <a:buSzPts val="20200"/>
              <a:buNone/>
              <a:defRPr sz="20200"/>
            </a:lvl2pPr>
            <a:lvl3pPr lvl="2" algn="ctr">
              <a:lnSpc>
                <a:spcPct val="100000"/>
              </a:lnSpc>
              <a:spcBef>
                <a:spcPts val="0"/>
              </a:spcBef>
              <a:spcAft>
                <a:spcPts val="0"/>
              </a:spcAft>
              <a:buSzPts val="20200"/>
              <a:buNone/>
              <a:defRPr sz="20200"/>
            </a:lvl3pPr>
            <a:lvl4pPr lvl="3" algn="ctr">
              <a:lnSpc>
                <a:spcPct val="100000"/>
              </a:lnSpc>
              <a:spcBef>
                <a:spcPts val="0"/>
              </a:spcBef>
              <a:spcAft>
                <a:spcPts val="0"/>
              </a:spcAft>
              <a:buSzPts val="20200"/>
              <a:buNone/>
              <a:defRPr sz="20200"/>
            </a:lvl4pPr>
            <a:lvl5pPr lvl="4" algn="ctr">
              <a:lnSpc>
                <a:spcPct val="100000"/>
              </a:lnSpc>
              <a:spcBef>
                <a:spcPts val="0"/>
              </a:spcBef>
              <a:spcAft>
                <a:spcPts val="0"/>
              </a:spcAft>
              <a:buSzPts val="20200"/>
              <a:buNone/>
              <a:defRPr sz="20200"/>
            </a:lvl5pPr>
            <a:lvl6pPr lvl="5" algn="ctr">
              <a:lnSpc>
                <a:spcPct val="100000"/>
              </a:lnSpc>
              <a:spcBef>
                <a:spcPts val="0"/>
              </a:spcBef>
              <a:spcAft>
                <a:spcPts val="0"/>
              </a:spcAft>
              <a:buSzPts val="20200"/>
              <a:buNone/>
              <a:defRPr sz="20200"/>
            </a:lvl6pPr>
            <a:lvl7pPr lvl="6" algn="ctr">
              <a:lnSpc>
                <a:spcPct val="100000"/>
              </a:lnSpc>
              <a:spcBef>
                <a:spcPts val="0"/>
              </a:spcBef>
              <a:spcAft>
                <a:spcPts val="0"/>
              </a:spcAft>
              <a:buSzPts val="20200"/>
              <a:buNone/>
              <a:defRPr sz="20200"/>
            </a:lvl7pPr>
            <a:lvl8pPr lvl="7" algn="ctr">
              <a:lnSpc>
                <a:spcPct val="100000"/>
              </a:lnSpc>
              <a:spcBef>
                <a:spcPts val="0"/>
              </a:spcBef>
              <a:spcAft>
                <a:spcPts val="0"/>
              </a:spcAft>
              <a:buSzPts val="20200"/>
              <a:buNone/>
              <a:defRPr sz="20200"/>
            </a:lvl8pPr>
            <a:lvl9pPr lvl="8" algn="ctr">
              <a:lnSpc>
                <a:spcPct val="100000"/>
              </a:lnSpc>
              <a:spcBef>
                <a:spcPts val="0"/>
              </a:spcBef>
              <a:spcAft>
                <a:spcPts val="0"/>
              </a:spcAft>
              <a:buSzPts val="20200"/>
              <a:buNone/>
              <a:defRPr sz="20200"/>
            </a:lvl9pPr>
          </a:lstStyle>
          <a:p/>
        </p:txBody>
      </p:sp>
      <p:sp>
        <p:nvSpPr>
          <p:cNvPr id="11" name="Google Shape;11;p2"/>
          <p:cNvSpPr txBox="1"/>
          <p:nvPr>
            <p:ph idx="1" type="subTitle"/>
          </p:nvPr>
        </p:nvSpPr>
        <p:spPr>
          <a:xfrm>
            <a:off x="1122120" y="12092267"/>
            <a:ext cx="30674100" cy="3381900"/>
          </a:xfrm>
          <a:prstGeom prst="rect">
            <a:avLst/>
          </a:prstGeom>
          <a:noFill/>
          <a:ln>
            <a:noFill/>
          </a:ln>
        </p:spPr>
        <p:txBody>
          <a:bodyPr anchorCtr="0" anchor="t" bIns="355600" lIns="355600" spcFirstLastPara="1" rIns="355600" wrap="square" tIns="355600">
            <a:normAutofit/>
          </a:bodyPr>
          <a:lstStyle>
            <a:lvl1pPr lvl="0" algn="ctr">
              <a:lnSpc>
                <a:spcPct val="100000"/>
              </a:lnSpc>
              <a:spcBef>
                <a:spcPts val="0"/>
              </a:spcBef>
              <a:spcAft>
                <a:spcPts val="0"/>
              </a:spcAft>
              <a:buSzPts val="10900"/>
              <a:buNone/>
              <a:defRPr sz="10900"/>
            </a:lvl1pPr>
            <a:lvl2pPr lvl="1" algn="ctr">
              <a:lnSpc>
                <a:spcPct val="100000"/>
              </a:lnSpc>
              <a:spcBef>
                <a:spcPts val="0"/>
              </a:spcBef>
              <a:spcAft>
                <a:spcPts val="0"/>
              </a:spcAft>
              <a:buSzPts val="10900"/>
              <a:buNone/>
              <a:defRPr sz="10900"/>
            </a:lvl2pPr>
            <a:lvl3pPr lvl="2" algn="ctr">
              <a:lnSpc>
                <a:spcPct val="100000"/>
              </a:lnSpc>
              <a:spcBef>
                <a:spcPts val="0"/>
              </a:spcBef>
              <a:spcAft>
                <a:spcPts val="0"/>
              </a:spcAft>
              <a:buSzPts val="10900"/>
              <a:buNone/>
              <a:defRPr sz="10900"/>
            </a:lvl3pPr>
            <a:lvl4pPr lvl="3" algn="ctr">
              <a:lnSpc>
                <a:spcPct val="100000"/>
              </a:lnSpc>
              <a:spcBef>
                <a:spcPts val="0"/>
              </a:spcBef>
              <a:spcAft>
                <a:spcPts val="0"/>
              </a:spcAft>
              <a:buSzPts val="10900"/>
              <a:buNone/>
              <a:defRPr sz="10900"/>
            </a:lvl4pPr>
            <a:lvl5pPr lvl="4" algn="ctr">
              <a:lnSpc>
                <a:spcPct val="100000"/>
              </a:lnSpc>
              <a:spcBef>
                <a:spcPts val="0"/>
              </a:spcBef>
              <a:spcAft>
                <a:spcPts val="0"/>
              </a:spcAft>
              <a:buSzPts val="10900"/>
              <a:buNone/>
              <a:defRPr sz="10900"/>
            </a:lvl5pPr>
            <a:lvl6pPr lvl="5" algn="ctr">
              <a:lnSpc>
                <a:spcPct val="100000"/>
              </a:lnSpc>
              <a:spcBef>
                <a:spcPts val="0"/>
              </a:spcBef>
              <a:spcAft>
                <a:spcPts val="0"/>
              </a:spcAft>
              <a:buSzPts val="10900"/>
              <a:buNone/>
              <a:defRPr sz="10900"/>
            </a:lvl6pPr>
            <a:lvl7pPr lvl="6" algn="ctr">
              <a:lnSpc>
                <a:spcPct val="100000"/>
              </a:lnSpc>
              <a:spcBef>
                <a:spcPts val="0"/>
              </a:spcBef>
              <a:spcAft>
                <a:spcPts val="0"/>
              </a:spcAft>
              <a:buSzPts val="10900"/>
              <a:buNone/>
              <a:defRPr sz="10900"/>
            </a:lvl7pPr>
            <a:lvl8pPr lvl="7" algn="ctr">
              <a:lnSpc>
                <a:spcPct val="100000"/>
              </a:lnSpc>
              <a:spcBef>
                <a:spcPts val="0"/>
              </a:spcBef>
              <a:spcAft>
                <a:spcPts val="0"/>
              </a:spcAft>
              <a:buSzPts val="10900"/>
              <a:buNone/>
              <a:defRPr sz="10900"/>
            </a:lvl8pPr>
            <a:lvl9pPr lvl="8" algn="ctr">
              <a:lnSpc>
                <a:spcPct val="100000"/>
              </a:lnSpc>
              <a:spcBef>
                <a:spcPts val="0"/>
              </a:spcBef>
              <a:spcAft>
                <a:spcPts val="0"/>
              </a:spcAft>
              <a:buSzPts val="10900"/>
              <a:buNone/>
              <a:defRPr sz="10900"/>
            </a:lvl9pPr>
          </a:lstStyle>
          <a:p/>
        </p:txBody>
      </p:sp>
      <p:sp>
        <p:nvSpPr>
          <p:cNvPr id="12" name="Google Shape;12;p2"/>
          <p:cNvSpPr txBox="1"/>
          <p:nvPr>
            <p:ph idx="12" type="sldNum"/>
          </p:nvPr>
        </p:nvSpPr>
        <p:spPr>
          <a:xfrm>
            <a:off x="30500848" y="19896392"/>
            <a:ext cx="1975500" cy="1679400"/>
          </a:xfrm>
          <a:prstGeom prst="rect">
            <a:avLst/>
          </a:prstGeom>
          <a:noFill/>
          <a:ln>
            <a:noFill/>
          </a:ln>
        </p:spPr>
        <p:txBody>
          <a:bodyPr anchorCtr="0" anchor="ctr" bIns="355600" lIns="355600" spcFirstLastPara="1" rIns="355600" wrap="square" tIns="355600">
            <a:normAutofit/>
          </a:bodyPr>
          <a:lstStyle>
            <a:lvl1pPr indent="0" lvl="0"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3"/>
          <p:cNvSpPr txBox="1"/>
          <p:nvPr>
            <p:ph type="title"/>
          </p:nvPr>
        </p:nvSpPr>
        <p:spPr>
          <a:xfrm>
            <a:off x="1122120" y="1898773"/>
            <a:ext cx="30674100" cy="2443500"/>
          </a:xfrm>
          <a:prstGeom prst="rect">
            <a:avLst/>
          </a:prstGeom>
          <a:noFill/>
          <a:ln>
            <a:noFill/>
          </a:ln>
        </p:spPr>
        <p:txBody>
          <a:bodyPr anchorCtr="0" anchor="t" bIns="355600" lIns="355600" spcFirstLastPara="1" rIns="355600" wrap="square" tIns="355600">
            <a:normAutofit/>
          </a:bodyPr>
          <a:lstStyle>
            <a:lvl1pPr lvl="0" algn="l">
              <a:lnSpc>
                <a:spcPct val="100000"/>
              </a:lnSpc>
              <a:spcBef>
                <a:spcPts val="0"/>
              </a:spcBef>
              <a:spcAft>
                <a:spcPts val="0"/>
              </a:spcAft>
              <a:buSzPts val="10900"/>
              <a:buNone/>
              <a:defRPr/>
            </a:lvl1pPr>
            <a:lvl2pPr lvl="1" algn="l">
              <a:lnSpc>
                <a:spcPct val="100000"/>
              </a:lnSpc>
              <a:spcBef>
                <a:spcPts val="0"/>
              </a:spcBef>
              <a:spcAft>
                <a:spcPts val="0"/>
              </a:spcAft>
              <a:buSzPts val="10900"/>
              <a:buNone/>
              <a:defRPr/>
            </a:lvl2pPr>
            <a:lvl3pPr lvl="2" algn="l">
              <a:lnSpc>
                <a:spcPct val="100000"/>
              </a:lnSpc>
              <a:spcBef>
                <a:spcPts val="0"/>
              </a:spcBef>
              <a:spcAft>
                <a:spcPts val="0"/>
              </a:spcAft>
              <a:buSzPts val="10900"/>
              <a:buNone/>
              <a:defRPr/>
            </a:lvl3pPr>
            <a:lvl4pPr lvl="3" algn="l">
              <a:lnSpc>
                <a:spcPct val="100000"/>
              </a:lnSpc>
              <a:spcBef>
                <a:spcPts val="0"/>
              </a:spcBef>
              <a:spcAft>
                <a:spcPts val="0"/>
              </a:spcAft>
              <a:buSzPts val="10900"/>
              <a:buNone/>
              <a:defRPr/>
            </a:lvl4pPr>
            <a:lvl5pPr lvl="4" algn="l">
              <a:lnSpc>
                <a:spcPct val="100000"/>
              </a:lnSpc>
              <a:spcBef>
                <a:spcPts val="0"/>
              </a:spcBef>
              <a:spcAft>
                <a:spcPts val="0"/>
              </a:spcAft>
              <a:buSzPts val="10900"/>
              <a:buNone/>
              <a:defRPr/>
            </a:lvl5pPr>
            <a:lvl6pPr lvl="5" algn="l">
              <a:lnSpc>
                <a:spcPct val="100000"/>
              </a:lnSpc>
              <a:spcBef>
                <a:spcPts val="0"/>
              </a:spcBef>
              <a:spcAft>
                <a:spcPts val="0"/>
              </a:spcAft>
              <a:buSzPts val="10900"/>
              <a:buNone/>
              <a:defRPr/>
            </a:lvl6pPr>
            <a:lvl7pPr lvl="6" algn="l">
              <a:lnSpc>
                <a:spcPct val="100000"/>
              </a:lnSpc>
              <a:spcBef>
                <a:spcPts val="0"/>
              </a:spcBef>
              <a:spcAft>
                <a:spcPts val="0"/>
              </a:spcAft>
              <a:buSzPts val="10900"/>
              <a:buNone/>
              <a:defRPr/>
            </a:lvl7pPr>
            <a:lvl8pPr lvl="7" algn="l">
              <a:lnSpc>
                <a:spcPct val="100000"/>
              </a:lnSpc>
              <a:spcBef>
                <a:spcPts val="0"/>
              </a:spcBef>
              <a:spcAft>
                <a:spcPts val="0"/>
              </a:spcAft>
              <a:buSzPts val="10900"/>
              <a:buNone/>
              <a:defRPr/>
            </a:lvl8pPr>
            <a:lvl9pPr lvl="8" algn="l">
              <a:lnSpc>
                <a:spcPct val="100000"/>
              </a:lnSpc>
              <a:spcBef>
                <a:spcPts val="0"/>
              </a:spcBef>
              <a:spcAft>
                <a:spcPts val="0"/>
              </a:spcAft>
              <a:buSzPts val="10900"/>
              <a:buNone/>
              <a:defRPr/>
            </a:lvl9pPr>
          </a:lstStyle>
          <a:p/>
        </p:txBody>
      </p:sp>
      <p:sp>
        <p:nvSpPr>
          <p:cNvPr id="15" name="Google Shape;15;p3"/>
          <p:cNvSpPr txBox="1"/>
          <p:nvPr>
            <p:ph idx="1" type="body"/>
          </p:nvPr>
        </p:nvSpPr>
        <p:spPr>
          <a:xfrm>
            <a:off x="1122120" y="4917227"/>
            <a:ext cx="30674100" cy="14576700"/>
          </a:xfrm>
          <a:prstGeom prst="rect">
            <a:avLst/>
          </a:prstGeom>
          <a:noFill/>
          <a:ln>
            <a:noFill/>
          </a:ln>
        </p:spPr>
        <p:txBody>
          <a:bodyPr anchorCtr="0" anchor="t" bIns="355600" lIns="355600" spcFirstLastPara="1" rIns="355600" wrap="square" tIns="355600">
            <a:normAutofit/>
          </a:bodyPr>
          <a:lstStyle>
            <a:lvl1pPr indent="-673100" lvl="0" marL="457200" algn="l">
              <a:lnSpc>
                <a:spcPct val="115000"/>
              </a:lnSpc>
              <a:spcBef>
                <a:spcPts val="0"/>
              </a:spcBef>
              <a:spcAft>
                <a:spcPts val="0"/>
              </a:spcAft>
              <a:buSzPts val="7000"/>
              <a:buChar char="●"/>
              <a:defRPr/>
            </a:lvl1pPr>
            <a:lvl2pPr indent="-577850" lvl="1" marL="914400" algn="l">
              <a:lnSpc>
                <a:spcPct val="115000"/>
              </a:lnSpc>
              <a:spcBef>
                <a:spcPts val="0"/>
              </a:spcBef>
              <a:spcAft>
                <a:spcPts val="0"/>
              </a:spcAft>
              <a:buSzPts val="5500"/>
              <a:buChar char="○"/>
              <a:defRPr/>
            </a:lvl2pPr>
            <a:lvl3pPr indent="-577850" lvl="2" marL="1371600" algn="l">
              <a:lnSpc>
                <a:spcPct val="115000"/>
              </a:lnSpc>
              <a:spcBef>
                <a:spcPts val="0"/>
              </a:spcBef>
              <a:spcAft>
                <a:spcPts val="0"/>
              </a:spcAft>
              <a:buSzPts val="5500"/>
              <a:buChar char="■"/>
              <a:defRPr/>
            </a:lvl3pPr>
            <a:lvl4pPr indent="-577850" lvl="3" marL="1828800" algn="l">
              <a:lnSpc>
                <a:spcPct val="115000"/>
              </a:lnSpc>
              <a:spcBef>
                <a:spcPts val="0"/>
              </a:spcBef>
              <a:spcAft>
                <a:spcPts val="0"/>
              </a:spcAft>
              <a:buSzPts val="5500"/>
              <a:buChar char="●"/>
              <a:defRPr/>
            </a:lvl4pPr>
            <a:lvl5pPr indent="-577850" lvl="4" marL="2286000" algn="l">
              <a:lnSpc>
                <a:spcPct val="115000"/>
              </a:lnSpc>
              <a:spcBef>
                <a:spcPts val="0"/>
              </a:spcBef>
              <a:spcAft>
                <a:spcPts val="0"/>
              </a:spcAft>
              <a:buSzPts val="5500"/>
              <a:buChar char="○"/>
              <a:defRPr/>
            </a:lvl5pPr>
            <a:lvl6pPr indent="-577850" lvl="5" marL="2743200" algn="l">
              <a:lnSpc>
                <a:spcPct val="115000"/>
              </a:lnSpc>
              <a:spcBef>
                <a:spcPts val="0"/>
              </a:spcBef>
              <a:spcAft>
                <a:spcPts val="0"/>
              </a:spcAft>
              <a:buSzPts val="5500"/>
              <a:buChar char="■"/>
              <a:defRPr/>
            </a:lvl6pPr>
            <a:lvl7pPr indent="-577850" lvl="6" marL="3200400" algn="l">
              <a:lnSpc>
                <a:spcPct val="115000"/>
              </a:lnSpc>
              <a:spcBef>
                <a:spcPts val="0"/>
              </a:spcBef>
              <a:spcAft>
                <a:spcPts val="0"/>
              </a:spcAft>
              <a:buSzPts val="5500"/>
              <a:buChar char="●"/>
              <a:defRPr/>
            </a:lvl7pPr>
            <a:lvl8pPr indent="-577850" lvl="7" marL="3657600" algn="l">
              <a:lnSpc>
                <a:spcPct val="115000"/>
              </a:lnSpc>
              <a:spcBef>
                <a:spcPts val="0"/>
              </a:spcBef>
              <a:spcAft>
                <a:spcPts val="0"/>
              </a:spcAft>
              <a:buSzPts val="5500"/>
              <a:buChar char="○"/>
              <a:defRPr/>
            </a:lvl8pPr>
            <a:lvl9pPr indent="-577850" lvl="8" marL="4114800" algn="l">
              <a:lnSpc>
                <a:spcPct val="115000"/>
              </a:lnSpc>
              <a:spcBef>
                <a:spcPts val="0"/>
              </a:spcBef>
              <a:spcAft>
                <a:spcPts val="0"/>
              </a:spcAft>
              <a:buSzPts val="5500"/>
              <a:buChar char="■"/>
              <a:defRPr/>
            </a:lvl9pPr>
          </a:lstStyle>
          <a:p/>
        </p:txBody>
      </p:sp>
      <p:sp>
        <p:nvSpPr>
          <p:cNvPr id="16" name="Google Shape;16;p3"/>
          <p:cNvSpPr txBox="1"/>
          <p:nvPr>
            <p:ph idx="12" type="sldNum"/>
          </p:nvPr>
        </p:nvSpPr>
        <p:spPr>
          <a:xfrm>
            <a:off x="30500848" y="19896392"/>
            <a:ext cx="1975500" cy="1679400"/>
          </a:xfrm>
          <a:prstGeom prst="rect">
            <a:avLst/>
          </a:prstGeom>
          <a:noFill/>
          <a:ln>
            <a:noFill/>
          </a:ln>
        </p:spPr>
        <p:txBody>
          <a:bodyPr anchorCtr="0" anchor="ctr" bIns="355600" lIns="355600" spcFirstLastPara="1" rIns="355600" wrap="square" tIns="355600">
            <a:normAutofit/>
          </a:bodyPr>
          <a:lstStyle>
            <a:lvl1pPr indent="0" lvl="0"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4"/>
          <p:cNvSpPr txBox="1"/>
          <p:nvPr>
            <p:ph type="title"/>
          </p:nvPr>
        </p:nvSpPr>
        <p:spPr>
          <a:xfrm>
            <a:off x="1122120" y="9176960"/>
            <a:ext cx="30674100" cy="3591600"/>
          </a:xfrm>
          <a:prstGeom prst="rect">
            <a:avLst/>
          </a:prstGeom>
          <a:noFill/>
          <a:ln>
            <a:noFill/>
          </a:ln>
        </p:spPr>
        <p:txBody>
          <a:bodyPr anchorCtr="0" anchor="ctr" bIns="355600" lIns="355600" spcFirstLastPara="1" rIns="355600" wrap="square" tIns="355600">
            <a:normAutofit/>
          </a:bodyPr>
          <a:lstStyle>
            <a:lvl1pPr lvl="0" algn="ctr">
              <a:lnSpc>
                <a:spcPct val="100000"/>
              </a:lnSpc>
              <a:spcBef>
                <a:spcPts val="0"/>
              </a:spcBef>
              <a:spcAft>
                <a:spcPts val="0"/>
              </a:spcAft>
              <a:buSzPts val="14000"/>
              <a:buNone/>
              <a:defRPr sz="14000"/>
            </a:lvl1pPr>
            <a:lvl2pPr lvl="1" algn="ctr">
              <a:lnSpc>
                <a:spcPct val="100000"/>
              </a:lnSpc>
              <a:spcBef>
                <a:spcPts val="0"/>
              </a:spcBef>
              <a:spcAft>
                <a:spcPts val="0"/>
              </a:spcAft>
              <a:buSzPts val="14000"/>
              <a:buNone/>
              <a:defRPr sz="14000"/>
            </a:lvl2pPr>
            <a:lvl3pPr lvl="2" algn="ctr">
              <a:lnSpc>
                <a:spcPct val="100000"/>
              </a:lnSpc>
              <a:spcBef>
                <a:spcPts val="0"/>
              </a:spcBef>
              <a:spcAft>
                <a:spcPts val="0"/>
              </a:spcAft>
              <a:buSzPts val="14000"/>
              <a:buNone/>
              <a:defRPr sz="14000"/>
            </a:lvl3pPr>
            <a:lvl4pPr lvl="3" algn="ctr">
              <a:lnSpc>
                <a:spcPct val="100000"/>
              </a:lnSpc>
              <a:spcBef>
                <a:spcPts val="0"/>
              </a:spcBef>
              <a:spcAft>
                <a:spcPts val="0"/>
              </a:spcAft>
              <a:buSzPts val="14000"/>
              <a:buNone/>
              <a:defRPr sz="14000"/>
            </a:lvl4pPr>
            <a:lvl5pPr lvl="4" algn="ctr">
              <a:lnSpc>
                <a:spcPct val="100000"/>
              </a:lnSpc>
              <a:spcBef>
                <a:spcPts val="0"/>
              </a:spcBef>
              <a:spcAft>
                <a:spcPts val="0"/>
              </a:spcAft>
              <a:buSzPts val="14000"/>
              <a:buNone/>
              <a:defRPr sz="14000"/>
            </a:lvl5pPr>
            <a:lvl6pPr lvl="5" algn="ctr">
              <a:lnSpc>
                <a:spcPct val="100000"/>
              </a:lnSpc>
              <a:spcBef>
                <a:spcPts val="0"/>
              </a:spcBef>
              <a:spcAft>
                <a:spcPts val="0"/>
              </a:spcAft>
              <a:buSzPts val="14000"/>
              <a:buNone/>
              <a:defRPr sz="14000"/>
            </a:lvl6pPr>
            <a:lvl7pPr lvl="6" algn="ctr">
              <a:lnSpc>
                <a:spcPct val="100000"/>
              </a:lnSpc>
              <a:spcBef>
                <a:spcPts val="0"/>
              </a:spcBef>
              <a:spcAft>
                <a:spcPts val="0"/>
              </a:spcAft>
              <a:buSzPts val="14000"/>
              <a:buNone/>
              <a:defRPr sz="14000"/>
            </a:lvl7pPr>
            <a:lvl8pPr lvl="7" algn="ctr">
              <a:lnSpc>
                <a:spcPct val="100000"/>
              </a:lnSpc>
              <a:spcBef>
                <a:spcPts val="0"/>
              </a:spcBef>
              <a:spcAft>
                <a:spcPts val="0"/>
              </a:spcAft>
              <a:buSzPts val="14000"/>
              <a:buNone/>
              <a:defRPr sz="14000"/>
            </a:lvl8pPr>
            <a:lvl9pPr lvl="8" algn="ctr">
              <a:lnSpc>
                <a:spcPct val="100000"/>
              </a:lnSpc>
              <a:spcBef>
                <a:spcPts val="0"/>
              </a:spcBef>
              <a:spcAft>
                <a:spcPts val="0"/>
              </a:spcAft>
              <a:buSzPts val="14000"/>
              <a:buNone/>
              <a:defRPr sz="14000"/>
            </a:lvl9pPr>
          </a:lstStyle>
          <a:p/>
        </p:txBody>
      </p:sp>
      <p:sp>
        <p:nvSpPr>
          <p:cNvPr id="19" name="Google Shape;19;p4"/>
          <p:cNvSpPr txBox="1"/>
          <p:nvPr>
            <p:ph idx="12" type="sldNum"/>
          </p:nvPr>
        </p:nvSpPr>
        <p:spPr>
          <a:xfrm>
            <a:off x="30500848" y="19896392"/>
            <a:ext cx="1975500" cy="1679400"/>
          </a:xfrm>
          <a:prstGeom prst="rect">
            <a:avLst/>
          </a:prstGeom>
          <a:noFill/>
          <a:ln>
            <a:noFill/>
          </a:ln>
        </p:spPr>
        <p:txBody>
          <a:bodyPr anchorCtr="0" anchor="ctr" bIns="355600" lIns="355600" spcFirstLastPara="1" rIns="355600" wrap="square" tIns="355600">
            <a:normAutofit/>
          </a:bodyPr>
          <a:lstStyle>
            <a:lvl1pPr indent="0" lvl="0"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1122120" y="1898773"/>
            <a:ext cx="30674100" cy="2443500"/>
          </a:xfrm>
          <a:prstGeom prst="rect">
            <a:avLst/>
          </a:prstGeom>
          <a:noFill/>
          <a:ln>
            <a:noFill/>
          </a:ln>
        </p:spPr>
        <p:txBody>
          <a:bodyPr anchorCtr="0" anchor="t" bIns="355600" lIns="355600" spcFirstLastPara="1" rIns="355600" wrap="square" tIns="355600">
            <a:normAutofit/>
          </a:bodyPr>
          <a:lstStyle>
            <a:lvl1pPr lvl="0" algn="l">
              <a:lnSpc>
                <a:spcPct val="100000"/>
              </a:lnSpc>
              <a:spcBef>
                <a:spcPts val="0"/>
              </a:spcBef>
              <a:spcAft>
                <a:spcPts val="0"/>
              </a:spcAft>
              <a:buSzPts val="10900"/>
              <a:buNone/>
              <a:defRPr/>
            </a:lvl1pPr>
            <a:lvl2pPr lvl="1" algn="l">
              <a:lnSpc>
                <a:spcPct val="100000"/>
              </a:lnSpc>
              <a:spcBef>
                <a:spcPts val="0"/>
              </a:spcBef>
              <a:spcAft>
                <a:spcPts val="0"/>
              </a:spcAft>
              <a:buSzPts val="10900"/>
              <a:buNone/>
              <a:defRPr/>
            </a:lvl2pPr>
            <a:lvl3pPr lvl="2" algn="l">
              <a:lnSpc>
                <a:spcPct val="100000"/>
              </a:lnSpc>
              <a:spcBef>
                <a:spcPts val="0"/>
              </a:spcBef>
              <a:spcAft>
                <a:spcPts val="0"/>
              </a:spcAft>
              <a:buSzPts val="10900"/>
              <a:buNone/>
              <a:defRPr/>
            </a:lvl3pPr>
            <a:lvl4pPr lvl="3" algn="l">
              <a:lnSpc>
                <a:spcPct val="100000"/>
              </a:lnSpc>
              <a:spcBef>
                <a:spcPts val="0"/>
              </a:spcBef>
              <a:spcAft>
                <a:spcPts val="0"/>
              </a:spcAft>
              <a:buSzPts val="10900"/>
              <a:buNone/>
              <a:defRPr/>
            </a:lvl4pPr>
            <a:lvl5pPr lvl="4" algn="l">
              <a:lnSpc>
                <a:spcPct val="100000"/>
              </a:lnSpc>
              <a:spcBef>
                <a:spcPts val="0"/>
              </a:spcBef>
              <a:spcAft>
                <a:spcPts val="0"/>
              </a:spcAft>
              <a:buSzPts val="10900"/>
              <a:buNone/>
              <a:defRPr/>
            </a:lvl5pPr>
            <a:lvl6pPr lvl="5" algn="l">
              <a:lnSpc>
                <a:spcPct val="100000"/>
              </a:lnSpc>
              <a:spcBef>
                <a:spcPts val="0"/>
              </a:spcBef>
              <a:spcAft>
                <a:spcPts val="0"/>
              </a:spcAft>
              <a:buSzPts val="10900"/>
              <a:buNone/>
              <a:defRPr/>
            </a:lvl6pPr>
            <a:lvl7pPr lvl="6" algn="l">
              <a:lnSpc>
                <a:spcPct val="100000"/>
              </a:lnSpc>
              <a:spcBef>
                <a:spcPts val="0"/>
              </a:spcBef>
              <a:spcAft>
                <a:spcPts val="0"/>
              </a:spcAft>
              <a:buSzPts val="10900"/>
              <a:buNone/>
              <a:defRPr/>
            </a:lvl7pPr>
            <a:lvl8pPr lvl="7" algn="l">
              <a:lnSpc>
                <a:spcPct val="100000"/>
              </a:lnSpc>
              <a:spcBef>
                <a:spcPts val="0"/>
              </a:spcBef>
              <a:spcAft>
                <a:spcPts val="0"/>
              </a:spcAft>
              <a:buSzPts val="10900"/>
              <a:buNone/>
              <a:defRPr/>
            </a:lvl8pPr>
            <a:lvl9pPr lvl="8" algn="l">
              <a:lnSpc>
                <a:spcPct val="100000"/>
              </a:lnSpc>
              <a:spcBef>
                <a:spcPts val="0"/>
              </a:spcBef>
              <a:spcAft>
                <a:spcPts val="0"/>
              </a:spcAft>
              <a:buSzPts val="10900"/>
              <a:buNone/>
              <a:defRPr/>
            </a:lvl9pPr>
          </a:lstStyle>
          <a:p/>
        </p:txBody>
      </p:sp>
      <p:sp>
        <p:nvSpPr>
          <p:cNvPr id="22" name="Google Shape;22;p5"/>
          <p:cNvSpPr txBox="1"/>
          <p:nvPr>
            <p:ph idx="1" type="body"/>
          </p:nvPr>
        </p:nvSpPr>
        <p:spPr>
          <a:xfrm>
            <a:off x="1122120" y="4917227"/>
            <a:ext cx="14399700" cy="14576700"/>
          </a:xfrm>
          <a:prstGeom prst="rect">
            <a:avLst/>
          </a:prstGeom>
          <a:noFill/>
          <a:ln>
            <a:noFill/>
          </a:ln>
        </p:spPr>
        <p:txBody>
          <a:bodyPr anchorCtr="0" anchor="t" bIns="355600" lIns="355600" spcFirstLastPara="1" rIns="355600" wrap="square" tIns="355600">
            <a:normAutofit/>
          </a:bodyPr>
          <a:lstStyle>
            <a:lvl1pPr indent="-577850" lvl="0" marL="457200" algn="l">
              <a:lnSpc>
                <a:spcPct val="115000"/>
              </a:lnSpc>
              <a:spcBef>
                <a:spcPts val="0"/>
              </a:spcBef>
              <a:spcAft>
                <a:spcPts val="0"/>
              </a:spcAft>
              <a:buSzPts val="5500"/>
              <a:buChar char="●"/>
              <a:defRPr sz="5500"/>
            </a:lvl1pPr>
            <a:lvl2pPr indent="-527050" lvl="1" marL="914400" algn="l">
              <a:lnSpc>
                <a:spcPct val="115000"/>
              </a:lnSpc>
              <a:spcBef>
                <a:spcPts val="0"/>
              </a:spcBef>
              <a:spcAft>
                <a:spcPts val="0"/>
              </a:spcAft>
              <a:buSzPts val="4700"/>
              <a:buChar char="○"/>
              <a:defRPr sz="4700"/>
            </a:lvl2pPr>
            <a:lvl3pPr indent="-527050" lvl="2" marL="1371600" algn="l">
              <a:lnSpc>
                <a:spcPct val="115000"/>
              </a:lnSpc>
              <a:spcBef>
                <a:spcPts val="0"/>
              </a:spcBef>
              <a:spcAft>
                <a:spcPts val="0"/>
              </a:spcAft>
              <a:buSzPts val="4700"/>
              <a:buChar char="■"/>
              <a:defRPr sz="4700"/>
            </a:lvl3pPr>
            <a:lvl4pPr indent="-527050" lvl="3" marL="1828800" algn="l">
              <a:lnSpc>
                <a:spcPct val="115000"/>
              </a:lnSpc>
              <a:spcBef>
                <a:spcPts val="0"/>
              </a:spcBef>
              <a:spcAft>
                <a:spcPts val="0"/>
              </a:spcAft>
              <a:buSzPts val="4700"/>
              <a:buChar char="●"/>
              <a:defRPr sz="4700"/>
            </a:lvl4pPr>
            <a:lvl5pPr indent="-527050" lvl="4" marL="2286000" algn="l">
              <a:lnSpc>
                <a:spcPct val="115000"/>
              </a:lnSpc>
              <a:spcBef>
                <a:spcPts val="0"/>
              </a:spcBef>
              <a:spcAft>
                <a:spcPts val="0"/>
              </a:spcAft>
              <a:buSzPts val="4700"/>
              <a:buChar char="○"/>
              <a:defRPr sz="4700"/>
            </a:lvl5pPr>
            <a:lvl6pPr indent="-527050" lvl="5" marL="2743200" algn="l">
              <a:lnSpc>
                <a:spcPct val="115000"/>
              </a:lnSpc>
              <a:spcBef>
                <a:spcPts val="0"/>
              </a:spcBef>
              <a:spcAft>
                <a:spcPts val="0"/>
              </a:spcAft>
              <a:buSzPts val="4700"/>
              <a:buChar char="■"/>
              <a:defRPr sz="4700"/>
            </a:lvl6pPr>
            <a:lvl7pPr indent="-527050" lvl="6" marL="3200400" algn="l">
              <a:lnSpc>
                <a:spcPct val="115000"/>
              </a:lnSpc>
              <a:spcBef>
                <a:spcPts val="0"/>
              </a:spcBef>
              <a:spcAft>
                <a:spcPts val="0"/>
              </a:spcAft>
              <a:buSzPts val="4700"/>
              <a:buChar char="●"/>
              <a:defRPr sz="4700"/>
            </a:lvl7pPr>
            <a:lvl8pPr indent="-527050" lvl="7" marL="3657600" algn="l">
              <a:lnSpc>
                <a:spcPct val="115000"/>
              </a:lnSpc>
              <a:spcBef>
                <a:spcPts val="0"/>
              </a:spcBef>
              <a:spcAft>
                <a:spcPts val="0"/>
              </a:spcAft>
              <a:buSzPts val="4700"/>
              <a:buChar char="○"/>
              <a:defRPr sz="4700"/>
            </a:lvl8pPr>
            <a:lvl9pPr indent="-527050" lvl="8" marL="4114800" algn="l">
              <a:lnSpc>
                <a:spcPct val="115000"/>
              </a:lnSpc>
              <a:spcBef>
                <a:spcPts val="0"/>
              </a:spcBef>
              <a:spcAft>
                <a:spcPts val="0"/>
              </a:spcAft>
              <a:buSzPts val="4700"/>
              <a:buChar char="■"/>
              <a:defRPr sz="4700"/>
            </a:lvl9pPr>
          </a:lstStyle>
          <a:p/>
        </p:txBody>
      </p:sp>
      <p:sp>
        <p:nvSpPr>
          <p:cNvPr id="23" name="Google Shape;23;p5"/>
          <p:cNvSpPr txBox="1"/>
          <p:nvPr>
            <p:ph idx="2" type="body"/>
          </p:nvPr>
        </p:nvSpPr>
        <p:spPr>
          <a:xfrm>
            <a:off x="17396640" y="4917227"/>
            <a:ext cx="14399700" cy="14576700"/>
          </a:xfrm>
          <a:prstGeom prst="rect">
            <a:avLst/>
          </a:prstGeom>
          <a:noFill/>
          <a:ln>
            <a:noFill/>
          </a:ln>
        </p:spPr>
        <p:txBody>
          <a:bodyPr anchorCtr="0" anchor="t" bIns="355600" lIns="355600" spcFirstLastPara="1" rIns="355600" wrap="square" tIns="355600">
            <a:normAutofit/>
          </a:bodyPr>
          <a:lstStyle>
            <a:lvl1pPr indent="-577850" lvl="0" marL="457200" algn="l">
              <a:lnSpc>
                <a:spcPct val="115000"/>
              </a:lnSpc>
              <a:spcBef>
                <a:spcPts val="0"/>
              </a:spcBef>
              <a:spcAft>
                <a:spcPts val="0"/>
              </a:spcAft>
              <a:buSzPts val="5500"/>
              <a:buChar char="●"/>
              <a:defRPr sz="5500"/>
            </a:lvl1pPr>
            <a:lvl2pPr indent="-527050" lvl="1" marL="914400" algn="l">
              <a:lnSpc>
                <a:spcPct val="115000"/>
              </a:lnSpc>
              <a:spcBef>
                <a:spcPts val="0"/>
              </a:spcBef>
              <a:spcAft>
                <a:spcPts val="0"/>
              </a:spcAft>
              <a:buSzPts val="4700"/>
              <a:buChar char="○"/>
              <a:defRPr sz="4700"/>
            </a:lvl2pPr>
            <a:lvl3pPr indent="-527050" lvl="2" marL="1371600" algn="l">
              <a:lnSpc>
                <a:spcPct val="115000"/>
              </a:lnSpc>
              <a:spcBef>
                <a:spcPts val="0"/>
              </a:spcBef>
              <a:spcAft>
                <a:spcPts val="0"/>
              </a:spcAft>
              <a:buSzPts val="4700"/>
              <a:buChar char="■"/>
              <a:defRPr sz="4700"/>
            </a:lvl3pPr>
            <a:lvl4pPr indent="-527050" lvl="3" marL="1828800" algn="l">
              <a:lnSpc>
                <a:spcPct val="115000"/>
              </a:lnSpc>
              <a:spcBef>
                <a:spcPts val="0"/>
              </a:spcBef>
              <a:spcAft>
                <a:spcPts val="0"/>
              </a:spcAft>
              <a:buSzPts val="4700"/>
              <a:buChar char="●"/>
              <a:defRPr sz="4700"/>
            </a:lvl4pPr>
            <a:lvl5pPr indent="-527050" lvl="4" marL="2286000" algn="l">
              <a:lnSpc>
                <a:spcPct val="115000"/>
              </a:lnSpc>
              <a:spcBef>
                <a:spcPts val="0"/>
              </a:spcBef>
              <a:spcAft>
                <a:spcPts val="0"/>
              </a:spcAft>
              <a:buSzPts val="4700"/>
              <a:buChar char="○"/>
              <a:defRPr sz="4700"/>
            </a:lvl5pPr>
            <a:lvl6pPr indent="-527050" lvl="5" marL="2743200" algn="l">
              <a:lnSpc>
                <a:spcPct val="115000"/>
              </a:lnSpc>
              <a:spcBef>
                <a:spcPts val="0"/>
              </a:spcBef>
              <a:spcAft>
                <a:spcPts val="0"/>
              </a:spcAft>
              <a:buSzPts val="4700"/>
              <a:buChar char="■"/>
              <a:defRPr sz="4700"/>
            </a:lvl6pPr>
            <a:lvl7pPr indent="-527050" lvl="6" marL="3200400" algn="l">
              <a:lnSpc>
                <a:spcPct val="115000"/>
              </a:lnSpc>
              <a:spcBef>
                <a:spcPts val="0"/>
              </a:spcBef>
              <a:spcAft>
                <a:spcPts val="0"/>
              </a:spcAft>
              <a:buSzPts val="4700"/>
              <a:buChar char="●"/>
              <a:defRPr sz="4700"/>
            </a:lvl7pPr>
            <a:lvl8pPr indent="-527050" lvl="7" marL="3657600" algn="l">
              <a:lnSpc>
                <a:spcPct val="115000"/>
              </a:lnSpc>
              <a:spcBef>
                <a:spcPts val="0"/>
              </a:spcBef>
              <a:spcAft>
                <a:spcPts val="0"/>
              </a:spcAft>
              <a:buSzPts val="4700"/>
              <a:buChar char="○"/>
              <a:defRPr sz="4700"/>
            </a:lvl8pPr>
            <a:lvl9pPr indent="-527050" lvl="8" marL="4114800" algn="l">
              <a:lnSpc>
                <a:spcPct val="115000"/>
              </a:lnSpc>
              <a:spcBef>
                <a:spcPts val="0"/>
              </a:spcBef>
              <a:spcAft>
                <a:spcPts val="0"/>
              </a:spcAft>
              <a:buSzPts val="4700"/>
              <a:buChar char="■"/>
              <a:defRPr sz="4700"/>
            </a:lvl9pPr>
          </a:lstStyle>
          <a:p/>
        </p:txBody>
      </p:sp>
      <p:sp>
        <p:nvSpPr>
          <p:cNvPr id="24" name="Google Shape;24;p5"/>
          <p:cNvSpPr txBox="1"/>
          <p:nvPr>
            <p:ph idx="12" type="sldNum"/>
          </p:nvPr>
        </p:nvSpPr>
        <p:spPr>
          <a:xfrm>
            <a:off x="30500848" y="19896392"/>
            <a:ext cx="1975500" cy="1679400"/>
          </a:xfrm>
          <a:prstGeom prst="rect">
            <a:avLst/>
          </a:prstGeom>
          <a:noFill/>
          <a:ln>
            <a:noFill/>
          </a:ln>
        </p:spPr>
        <p:txBody>
          <a:bodyPr anchorCtr="0" anchor="ctr" bIns="355600" lIns="355600" spcFirstLastPara="1" rIns="355600" wrap="square" tIns="355600">
            <a:normAutofit/>
          </a:bodyPr>
          <a:lstStyle>
            <a:lvl1pPr indent="0" lvl="0"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1122120" y="1898773"/>
            <a:ext cx="30674100" cy="2443500"/>
          </a:xfrm>
          <a:prstGeom prst="rect">
            <a:avLst/>
          </a:prstGeom>
          <a:noFill/>
          <a:ln>
            <a:noFill/>
          </a:ln>
        </p:spPr>
        <p:txBody>
          <a:bodyPr anchorCtr="0" anchor="t" bIns="355600" lIns="355600" spcFirstLastPara="1" rIns="355600" wrap="square" tIns="355600">
            <a:normAutofit/>
          </a:bodyPr>
          <a:lstStyle>
            <a:lvl1pPr lvl="0" algn="l">
              <a:lnSpc>
                <a:spcPct val="100000"/>
              </a:lnSpc>
              <a:spcBef>
                <a:spcPts val="0"/>
              </a:spcBef>
              <a:spcAft>
                <a:spcPts val="0"/>
              </a:spcAft>
              <a:buSzPts val="10900"/>
              <a:buNone/>
              <a:defRPr/>
            </a:lvl1pPr>
            <a:lvl2pPr lvl="1" algn="l">
              <a:lnSpc>
                <a:spcPct val="100000"/>
              </a:lnSpc>
              <a:spcBef>
                <a:spcPts val="0"/>
              </a:spcBef>
              <a:spcAft>
                <a:spcPts val="0"/>
              </a:spcAft>
              <a:buSzPts val="10900"/>
              <a:buNone/>
              <a:defRPr/>
            </a:lvl2pPr>
            <a:lvl3pPr lvl="2" algn="l">
              <a:lnSpc>
                <a:spcPct val="100000"/>
              </a:lnSpc>
              <a:spcBef>
                <a:spcPts val="0"/>
              </a:spcBef>
              <a:spcAft>
                <a:spcPts val="0"/>
              </a:spcAft>
              <a:buSzPts val="10900"/>
              <a:buNone/>
              <a:defRPr/>
            </a:lvl3pPr>
            <a:lvl4pPr lvl="3" algn="l">
              <a:lnSpc>
                <a:spcPct val="100000"/>
              </a:lnSpc>
              <a:spcBef>
                <a:spcPts val="0"/>
              </a:spcBef>
              <a:spcAft>
                <a:spcPts val="0"/>
              </a:spcAft>
              <a:buSzPts val="10900"/>
              <a:buNone/>
              <a:defRPr/>
            </a:lvl4pPr>
            <a:lvl5pPr lvl="4" algn="l">
              <a:lnSpc>
                <a:spcPct val="100000"/>
              </a:lnSpc>
              <a:spcBef>
                <a:spcPts val="0"/>
              </a:spcBef>
              <a:spcAft>
                <a:spcPts val="0"/>
              </a:spcAft>
              <a:buSzPts val="10900"/>
              <a:buNone/>
              <a:defRPr/>
            </a:lvl5pPr>
            <a:lvl6pPr lvl="5" algn="l">
              <a:lnSpc>
                <a:spcPct val="100000"/>
              </a:lnSpc>
              <a:spcBef>
                <a:spcPts val="0"/>
              </a:spcBef>
              <a:spcAft>
                <a:spcPts val="0"/>
              </a:spcAft>
              <a:buSzPts val="10900"/>
              <a:buNone/>
              <a:defRPr/>
            </a:lvl6pPr>
            <a:lvl7pPr lvl="6" algn="l">
              <a:lnSpc>
                <a:spcPct val="100000"/>
              </a:lnSpc>
              <a:spcBef>
                <a:spcPts val="0"/>
              </a:spcBef>
              <a:spcAft>
                <a:spcPts val="0"/>
              </a:spcAft>
              <a:buSzPts val="10900"/>
              <a:buNone/>
              <a:defRPr/>
            </a:lvl7pPr>
            <a:lvl8pPr lvl="7" algn="l">
              <a:lnSpc>
                <a:spcPct val="100000"/>
              </a:lnSpc>
              <a:spcBef>
                <a:spcPts val="0"/>
              </a:spcBef>
              <a:spcAft>
                <a:spcPts val="0"/>
              </a:spcAft>
              <a:buSzPts val="10900"/>
              <a:buNone/>
              <a:defRPr/>
            </a:lvl8pPr>
            <a:lvl9pPr lvl="8" algn="l">
              <a:lnSpc>
                <a:spcPct val="100000"/>
              </a:lnSpc>
              <a:spcBef>
                <a:spcPts val="0"/>
              </a:spcBef>
              <a:spcAft>
                <a:spcPts val="0"/>
              </a:spcAft>
              <a:buSzPts val="10900"/>
              <a:buNone/>
              <a:defRPr/>
            </a:lvl9pPr>
          </a:lstStyle>
          <a:p/>
        </p:txBody>
      </p:sp>
      <p:sp>
        <p:nvSpPr>
          <p:cNvPr id="27" name="Google Shape;27;p6"/>
          <p:cNvSpPr txBox="1"/>
          <p:nvPr>
            <p:ph idx="12" type="sldNum"/>
          </p:nvPr>
        </p:nvSpPr>
        <p:spPr>
          <a:xfrm>
            <a:off x="30500848" y="19896392"/>
            <a:ext cx="1975500" cy="1679400"/>
          </a:xfrm>
          <a:prstGeom prst="rect">
            <a:avLst/>
          </a:prstGeom>
          <a:noFill/>
          <a:ln>
            <a:noFill/>
          </a:ln>
        </p:spPr>
        <p:txBody>
          <a:bodyPr anchorCtr="0" anchor="ctr" bIns="355600" lIns="355600" spcFirstLastPara="1" rIns="355600" wrap="square" tIns="355600">
            <a:normAutofit/>
          </a:bodyPr>
          <a:lstStyle>
            <a:lvl1pPr indent="0" lvl="0"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1122120" y="2370560"/>
            <a:ext cx="10108800" cy="3224400"/>
          </a:xfrm>
          <a:prstGeom prst="rect">
            <a:avLst/>
          </a:prstGeom>
          <a:noFill/>
          <a:ln>
            <a:noFill/>
          </a:ln>
        </p:spPr>
        <p:txBody>
          <a:bodyPr anchorCtr="0" anchor="b" bIns="355600" lIns="355600" spcFirstLastPara="1" rIns="355600" wrap="square" tIns="355600">
            <a:normAutofit/>
          </a:bodyPr>
          <a:lstStyle>
            <a:lvl1pPr lvl="0" algn="l">
              <a:lnSpc>
                <a:spcPct val="100000"/>
              </a:lnSpc>
              <a:spcBef>
                <a:spcPts val="0"/>
              </a:spcBef>
              <a:spcAft>
                <a:spcPts val="0"/>
              </a:spcAft>
              <a:buSzPts val="9400"/>
              <a:buNone/>
              <a:defRPr sz="9400"/>
            </a:lvl1pPr>
            <a:lvl2pPr lvl="1" algn="l">
              <a:lnSpc>
                <a:spcPct val="100000"/>
              </a:lnSpc>
              <a:spcBef>
                <a:spcPts val="0"/>
              </a:spcBef>
              <a:spcAft>
                <a:spcPts val="0"/>
              </a:spcAft>
              <a:buSzPts val="9400"/>
              <a:buNone/>
              <a:defRPr sz="9400"/>
            </a:lvl2pPr>
            <a:lvl3pPr lvl="2" algn="l">
              <a:lnSpc>
                <a:spcPct val="100000"/>
              </a:lnSpc>
              <a:spcBef>
                <a:spcPts val="0"/>
              </a:spcBef>
              <a:spcAft>
                <a:spcPts val="0"/>
              </a:spcAft>
              <a:buSzPts val="9400"/>
              <a:buNone/>
              <a:defRPr sz="9400"/>
            </a:lvl3pPr>
            <a:lvl4pPr lvl="3" algn="l">
              <a:lnSpc>
                <a:spcPct val="100000"/>
              </a:lnSpc>
              <a:spcBef>
                <a:spcPts val="0"/>
              </a:spcBef>
              <a:spcAft>
                <a:spcPts val="0"/>
              </a:spcAft>
              <a:buSzPts val="9400"/>
              <a:buNone/>
              <a:defRPr sz="9400"/>
            </a:lvl4pPr>
            <a:lvl5pPr lvl="4" algn="l">
              <a:lnSpc>
                <a:spcPct val="100000"/>
              </a:lnSpc>
              <a:spcBef>
                <a:spcPts val="0"/>
              </a:spcBef>
              <a:spcAft>
                <a:spcPts val="0"/>
              </a:spcAft>
              <a:buSzPts val="9400"/>
              <a:buNone/>
              <a:defRPr sz="9400"/>
            </a:lvl5pPr>
            <a:lvl6pPr lvl="5" algn="l">
              <a:lnSpc>
                <a:spcPct val="100000"/>
              </a:lnSpc>
              <a:spcBef>
                <a:spcPts val="0"/>
              </a:spcBef>
              <a:spcAft>
                <a:spcPts val="0"/>
              </a:spcAft>
              <a:buSzPts val="9400"/>
              <a:buNone/>
              <a:defRPr sz="9400"/>
            </a:lvl6pPr>
            <a:lvl7pPr lvl="6" algn="l">
              <a:lnSpc>
                <a:spcPct val="100000"/>
              </a:lnSpc>
              <a:spcBef>
                <a:spcPts val="0"/>
              </a:spcBef>
              <a:spcAft>
                <a:spcPts val="0"/>
              </a:spcAft>
              <a:buSzPts val="9400"/>
              <a:buNone/>
              <a:defRPr sz="9400"/>
            </a:lvl7pPr>
            <a:lvl8pPr lvl="7" algn="l">
              <a:lnSpc>
                <a:spcPct val="100000"/>
              </a:lnSpc>
              <a:spcBef>
                <a:spcPts val="0"/>
              </a:spcBef>
              <a:spcAft>
                <a:spcPts val="0"/>
              </a:spcAft>
              <a:buSzPts val="9400"/>
              <a:buNone/>
              <a:defRPr sz="9400"/>
            </a:lvl8pPr>
            <a:lvl9pPr lvl="8" algn="l">
              <a:lnSpc>
                <a:spcPct val="100000"/>
              </a:lnSpc>
              <a:spcBef>
                <a:spcPts val="0"/>
              </a:spcBef>
              <a:spcAft>
                <a:spcPts val="0"/>
              </a:spcAft>
              <a:buSzPts val="9400"/>
              <a:buNone/>
              <a:defRPr sz="9400"/>
            </a:lvl9pPr>
          </a:lstStyle>
          <a:p/>
        </p:txBody>
      </p:sp>
      <p:sp>
        <p:nvSpPr>
          <p:cNvPr id="30" name="Google Shape;30;p7"/>
          <p:cNvSpPr txBox="1"/>
          <p:nvPr>
            <p:ph idx="1" type="body"/>
          </p:nvPr>
        </p:nvSpPr>
        <p:spPr>
          <a:xfrm>
            <a:off x="1122120" y="5928960"/>
            <a:ext cx="10108800" cy="13565400"/>
          </a:xfrm>
          <a:prstGeom prst="rect">
            <a:avLst/>
          </a:prstGeom>
          <a:noFill/>
          <a:ln>
            <a:noFill/>
          </a:ln>
        </p:spPr>
        <p:txBody>
          <a:bodyPr anchorCtr="0" anchor="t" bIns="355600" lIns="355600" spcFirstLastPara="1" rIns="355600" wrap="square" tIns="355600">
            <a:normAutofit/>
          </a:bodyPr>
          <a:lstStyle>
            <a:lvl1pPr indent="-527050" lvl="0" marL="457200" algn="l">
              <a:lnSpc>
                <a:spcPct val="115000"/>
              </a:lnSpc>
              <a:spcBef>
                <a:spcPts val="0"/>
              </a:spcBef>
              <a:spcAft>
                <a:spcPts val="0"/>
              </a:spcAft>
              <a:buSzPts val="4700"/>
              <a:buChar char="●"/>
              <a:defRPr sz="4700"/>
            </a:lvl1pPr>
            <a:lvl2pPr indent="-527050" lvl="1" marL="914400" algn="l">
              <a:lnSpc>
                <a:spcPct val="115000"/>
              </a:lnSpc>
              <a:spcBef>
                <a:spcPts val="0"/>
              </a:spcBef>
              <a:spcAft>
                <a:spcPts val="0"/>
              </a:spcAft>
              <a:buSzPts val="4700"/>
              <a:buChar char="○"/>
              <a:defRPr sz="4700"/>
            </a:lvl2pPr>
            <a:lvl3pPr indent="-527050" lvl="2" marL="1371600" algn="l">
              <a:lnSpc>
                <a:spcPct val="115000"/>
              </a:lnSpc>
              <a:spcBef>
                <a:spcPts val="0"/>
              </a:spcBef>
              <a:spcAft>
                <a:spcPts val="0"/>
              </a:spcAft>
              <a:buSzPts val="4700"/>
              <a:buChar char="■"/>
              <a:defRPr sz="4700"/>
            </a:lvl3pPr>
            <a:lvl4pPr indent="-527050" lvl="3" marL="1828800" algn="l">
              <a:lnSpc>
                <a:spcPct val="115000"/>
              </a:lnSpc>
              <a:spcBef>
                <a:spcPts val="0"/>
              </a:spcBef>
              <a:spcAft>
                <a:spcPts val="0"/>
              </a:spcAft>
              <a:buSzPts val="4700"/>
              <a:buChar char="●"/>
              <a:defRPr sz="4700"/>
            </a:lvl4pPr>
            <a:lvl5pPr indent="-527050" lvl="4" marL="2286000" algn="l">
              <a:lnSpc>
                <a:spcPct val="115000"/>
              </a:lnSpc>
              <a:spcBef>
                <a:spcPts val="0"/>
              </a:spcBef>
              <a:spcAft>
                <a:spcPts val="0"/>
              </a:spcAft>
              <a:buSzPts val="4700"/>
              <a:buChar char="○"/>
              <a:defRPr sz="4700"/>
            </a:lvl5pPr>
            <a:lvl6pPr indent="-527050" lvl="5" marL="2743200" algn="l">
              <a:lnSpc>
                <a:spcPct val="115000"/>
              </a:lnSpc>
              <a:spcBef>
                <a:spcPts val="0"/>
              </a:spcBef>
              <a:spcAft>
                <a:spcPts val="0"/>
              </a:spcAft>
              <a:buSzPts val="4700"/>
              <a:buChar char="■"/>
              <a:defRPr sz="4700"/>
            </a:lvl6pPr>
            <a:lvl7pPr indent="-527050" lvl="6" marL="3200400" algn="l">
              <a:lnSpc>
                <a:spcPct val="115000"/>
              </a:lnSpc>
              <a:spcBef>
                <a:spcPts val="0"/>
              </a:spcBef>
              <a:spcAft>
                <a:spcPts val="0"/>
              </a:spcAft>
              <a:buSzPts val="4700"/>
              <a:buChar char="●"/>
              <a:defRPr sz="4700"/>
            </a:lvl7pPr>
            <a:lvl8pPr indent="-527050" lvl="7" marL="3657600" algn="l">
              <a:lnSpc>
                <a:spcPct val="115000"/>
              </a:lnSpc>
              <a:spcBef>
                <a:spcPts val="0"/>
              </a:spcBef>
              <a:spcAft>
                <a:spcPts val="0"/>
              </a:spcAft>
              <a:buSzPts val="4700"/>
              <a:buChar char="○"/>
              <a:defRPr sz="4700"/>
            </a:lvl8pPr>
            <a:lvl9pPr indent="-527050" lvl="8" marL="4114800" algn="l">
              <a:lnSpc>
                <a:spcPct val="115000"/>
              </a:lnSpc>
              <a:spcBef>
                <a:spcPts val="0"/>
              </a:spcBef>
              <a:spcAft>
                <a:spcPts val="0"/>
              </a:spcAft>
              <a:buSzPts val="4700"/>
              <a:buChar char="■"/>
              <a:defRPr sz="4700"/>
            </a:lvl9pPr>
          </a:lstStyle>
          <a:p/>
        </p:txBody>
      </p:sp>
      <p:sp>
        <p:nvSpPr>
          <p:cNvPr id="31" name="Google Shape;31;p7"/>
          <p:cNvSpPr txBox="1"/>
          <p:nvPr>
            <p:ph idx="12" type="sldNum"/>
          </p:nvPr>
        </p:nvSpPr>
        <p:spPr>
          <a:xfrm>
            <a:off x="30500848" y="19896392"/>
            <a:ext cx="1975500" cy="1679400"/>
          </a:xfrm>
          <a:prstGeom prst="rect">
            <a:avLst/>
          </a:prstGeom>
          <a:noFill/>
          <a:ln>
            <a:noFill/>
          </a:ln>
        </p:spPr>
        <p:txBody>
          <a:bodyPr anchorCtr="0" anchor="ctr" bIns="355600" lIns="355600" spcFirstLastPara="1" rIns="355600" wrap="square" tIns="355600">
            <a:normAutofit/>
          </a:bodyPr>
          <a:lstStyle>
            <a:lvl1pPr indent="0" lvl="0"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1764900" y="1920640"/>
            <a:ext cx="22923900" cy="17454000"/>
          </a:xfrm>
          <a:prstGeom prst="rect">
            <a:avLst/>
          </a:prstGeom>
          <a:noFill/>
          <a:ln>
            <a:noFill/>
          </a:ln>
        </p:spPr>
        <p:txBody>
          <a:bodyPr anchorCtr="0" anchor="ctr" bIns="355600" lIns="355600" spcFirstLastPara="1" rIns="355600" wrap="square" tIns="355600">
            <a:normAutofit/>
          </a:bodyPr>
          <a:lstStyle>
            <a:lvl1pPr lvl="0" algn="l">
              <a:lnSpc>
                <a:spcPct val="100000"/>
              </a:lnSpc>
              <a:spcBef>
                <a:spcPts val="0"/>
              </a:spcBef>
              <a:spcAft>
                <a:spcPts val="0"/>
              </a:spcAft>
              <a:buSzPts val="18700"/>
              <a:buNone/>
              <a:defRPr sz="18700"/>
            </a:lvl1pPr>
            <a:lvl2pPr lvl="1" algn="l">
              <a:lnSpc>
                <a:spcPct val="100000"/>
              </a:lnSpc>
              <a:spcBef>
                <a:spcPts val="0"/>
              </a:spcBef>
              <a:spcAft>
                <a:spcPts val="0"/>
              </a:spcAft>
              <a:buSzPts val="18700"/>
              <a:buNone/>
              <a:defRPr sz="18700"/>
            </a:lvl2pPr>
            <a:lvl3pPr lvl="2" algn="l">
              <a:lnSpc>
                <a:spcPct val="100000"/>
              </a:lnSpc>
              <a:spcBef>
                <a:spcPts val="0"/>
              </a:spcBef>
              <a:spcAft>
                <a:spcPts val="0"/>
              </a:spcAft>
              <a:buSzPts val="18700"/>
              <a:buNone/>
              <a:defRPr sz="18700"/>
            </a:lvl3pPr>
            <a:lvl4pPr lvl="3" algn="l">
              <a:lnSpc>
                <a:spcPct val="100000"/>
              </a:lnSpc>
              <a:spcBef>
                <a:spcPts val="0"/>
              </a:spcBef>
              <a:spcAft>
                <a:spcPts val="0"/>
              </a:spcAft>
              <a:buSzPts val="18700"/>
              <a:buNone/>
              <a:defRPr sz="18700"/>
            </a:lvl4pPr>
            <a:lvl5pPr lvl="4" algn="l">
              <a:lnSpc>
                <a:spcPct val="100000"/>
              </a:lnSpc>
              <a:spcBef>
                <a:spcPts val="0"/>
              </a:spcBef>
              <a:spcAft>
                <a:spcPts val="0"/>
              </a:spcAft>
              <a:buSzPts val="18700"/>
              <a:buNone/>
              <a:defRPr sz="18700"/>
            </a:lvl5pPr>
            <a:lvl6pPr lvl="5" algn="l">
              <a:lnSpc>
                <a:spcPct val="100000"/>
              </a:lnSpc>
              <a:spcBef>
                <a:spcPts val="0"/>
              </a:spcBef>
              <a:spcAft>
                <a:spcPts val="0"/>
              </a:spcAft>
              <a:buSzPts val="18700"/>
              <a:buNone/>
              <a:defRPr sz="18700"/>
            </a:lvl6pPr>
            <a:lvl7pPr lvl="6" algn="l">
              <a:lnSpc>
                <a:spcPct val="100000"/>
              </a:lnSpc>
              <a:spcBef>
                <a:spcPts val="0"/>
              </a:spcBef>
              <a:spcAft>
                <a:spcPts val="0"/>
              </a:spcAft>
              <a:buSzPts val="18700"/>
              <a:buNone/>
              <a:defRPr sz="18700"/>
            </a:lvl7pPr>
            <a:lvl8pPr lvl="7" algn="l">
              <a:lnSpc>
                <a:spcPct val="100000"/>
              </a:lnSpc>
              <a:spcBef>
                <a:spcPts val="0"/>
              </a:spcBef>
              <a:spcAft>
                <a:spcPts val="0"/>
              </a:spcAft>
              <a:buSzPts val="18700"/>
              <a:buNone/>
              <a:defRPr sz="18700"/>
            </a:lvl8pPr>
            <a:lvl9pPr lvl="8" algn="l">
              <a:lnSpc>
                <a:spcPct val="100000"/>
              </a:lnSpc>
              <a:spcBef>
                <a:spcPts val="0"/>
              </a:spcBef>
              <a:spcAft>
                <a:spcPts val="0"/>
              </a:spcAft>
              <a:buSzPts val="18700"/>
              <a:buNone/>
              <a:defRPr sz="18700"/>
            </a:lvl9pPr>
          </a:lstStyle>
          <a:p/>
        </p:txBody>
      </p:sp>
      <p:sp>
        <p:nvSpPr>
          <p:cNvPr id="34" name="Google Shape;34;p8"/>
          <p:cNvSpPr txBox="1"/>
          <p:nvPr>
            <p:ph idx="12" type="sldNum"/>
          </p:nvPr>
        </p:nvSpPr>
        <p:spPr>
          <a:xfrm>
            <a:off x="30500848" y="19896392"/>
            <a:ext cx="1975500" cy="1679400"/>
          </a:xfrm>
          <a:prstGeom prst="rect">
            <a:avLst/>
          </a:prstGeom>
          <a:noFill/>
          <a:ln>
            <a:noFill/>
          </a:ln>
        </p:spPr>
        <p:txBody>
          <a:bodyPr anchorCtr="0" anchor="ctr" bIns="355600" lIns="355600" spcFirstLastPara="1" rIns="355600" wrap="square" tIns="355600">
            <a:normAutofit/>
          </a:bodyPr>
          <a:lstStyle>
            <a:lvl1pPr indent="0" lvl="0"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16459200" y="-533"/>
            <a:ext cx="16459200" cy="21945600"/>
          </a:xfrm>
          <a:prstGeom prst="rect">
            <a:avLst/>
          </a:prstGeom>
          <a:solidFill>
            <a:schemeClr val="lt2"/>
          </a:solidFill>
          <a:ln>
            <a:noFill/>
          </a:ln>
        </p:spPr>
        <p:txBody>
          <a:bodyPr anchorCtr="0" anchor="ctr" bIns="355600" lIns="355600" spcFirstLastPara="1" rIns="355600" wrap="square" tIns="3556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9"/>
          <p:cNvSpPr txBox="1"/>
          <p:nvPr>
            <p:ph type="title"/>
          </p:nvPr>
        </p:nvSpPr>
        <p:spPr>
          <a:xfrm>
            <a:off x="955800" y="5261547"/>
            <a:ext cx="14562900" cy="6324300"/>
          </a:xfrm>
          <a:prstGeom prst="rect">
            <a:avLst/>
          </a:prstGeom>
          <a:noFill/>
          <a:ln>
            <a:noFill/>
          </a:ln>
        </p:spPr>
        <p:txBody>
          <a:bodyPr anchorCtr="0" anchor="b" bIns="355600" lIns="355600" spcFirstLastPara="1" rIns="355600" wrap="square" tIns="355600">
            <a:normAutofit/>
          </a:bodyPr>
          <a:lstStyle>
            <a:lvl1pPr lvl="0" algn="ctr">
              <a:lnSpc>
                <a:spcPct val="100000"/>
              </a:lnSpc>
              <a:spcBef>
                <a:spcPts val="0"/>
              </a:spcBef>
              <a:spcAft>
                <a:spcPts val="0"/>
              </a:spcAft>
              <a:buSzPts val="16400"/>
              <a:buNone/>
              <a:defRPr sz="16400"/>
            </a:lvl1pPr>
            <a:lvl2pPr lvl="1" algn="ctr">
              <a:lnSpc>
                <a:spcPct val="100000"/>
              </a:lnSpc>
              <a:spcBef>
                <a:spcPts val="0"/>
              </a:spcBef>
              <a:spcAft>
                <a:spcPts val="0"/>
              </a:spcAft>
              <a:buSzPts val="16400"/>
              <a:buNone/>
              <a:defRPr sz="16400"/>
            </a:lvl2pPr>
            <a:lvl3pPr lvl="2" algn="ctr">
              <a:lnSpc>
                <a:spcPct val="100000"/>
              </a:lnSpc>
              <a:spcBef>
                <a:spcPts val="0"/>
              </a:spcBef>
              <a:spcAft>
                <a:spcPts val="0"/>
              </a:spcAft>
              <a:buSzPts val="16400"/>
              <a:buNone/>
              <a:defRPr sz="16400"/>
            </a:lvl3pPr>
            <a:lvl4pPr lvl="3" algn="ctr">
              <a:lnSpc>
                <a:spcPct val="100000"/>
              </a:lnSpc>
              <a:spcBef>
                <a:spcPts val="0"/>
              </a:spcBef>
              <a:spcAft>
                <a:spcPts val="0"/>
              </a:spcAft>
              <a:buSzPts val="16400"/>
              <a:buNone/>
              <a:defRPr sz="16400"/>
            </a:lvl4pPr>
            <a:lvl5pPr lvl="4" algn="ctr">
              <a:lnSpc>
                <a:spcPct val="100000"/>
              </a:lnSpc>
              <a:spcBef>
                <a:spcPts val="0"/>
              </a:spcBef>
              <a:spcAft>
                <a:spcPts val="0"/>
              </a:spcAft>
              <a:buSzPts val="16400"/>
              <a:buNone/>
              <a:defRPr sz="16400"/>
            </a:lvl5pPr>
            <a:lvl6pPr lvl="5" algn="ctr">
              <a:lnSpc>
                <a:spcPct val="100000"/>
              </a:lnSpc>
              <a:spcBef>
                <a:spcPts val="0"/>
              </a:spcBef>
              <a:spcAft>
                <a:spcPts val="0"/>
              </a:spcAft>
              <a:buSzPts val="16400"/>
              <a:buNone/>
              <a:defRPr sz="16400"/>
            </a:lvl6pPr>
            <a:lvl7pPr lvl="6" algn="ctr">
              <a:lnSpc>
                <a:spcPct val="100000"/>
              </a:lnSpc>
              <a:spcBef>
                <a:spcPts val="0"/>
              </a:spcBef>
              <a:spcAft>
                <a:spcPts val="0"/>
              </a:spcAft>
              <a:buSzPts val="16400"/>
              <a:buNone/>
              <a:defRPr sz="16400"/>
            </a:lvl7pPr>
            <a:lvl8pPr lvl="7" algn="ctr">
              <a:lnSpc>
                <a:spcPct val="100000"/>
              </a:lnSpc>
              <a:spcBef>
                <a:spcPts val="0"/>
              </a:spcBef>
              <a:spcAft>
                <a:spcPts val="0"/>
              </a:spcAft>
              <a:buSzPts val="16400"/>
              <a:buNone/>
              <a:defRPr sz="16400"/>
            </a:lvl8pPr>
            <a:lvl9pPr lvl="8" algn="ctr">
              <a:lnSpc>
                <a:spcPct val="100000"/>
              </a:lnSpc>
              <a:spcBef>
                <a:spcPts val="0"/>
              </a:spcBef>
              <a:spcAft>
                <a:spcPts val="0"/>
              </a:spcAft>
              <a:buSzPts val="16400"/>
              <a:buNone/>
              <a:defRPr sz="16400"/>
            </a:lvl9pPr>
          </a:lstStyle>
          <a:p/>
        </p:txBody>
      </p:sp>
      <p:sp>
        <p:nvSpPr>
          <p:cNvPr id="38" name="Google Shape;38;p9"/>
          <p:cNvSpPr txBox="1"/>
          <p:nvPr>
            <p:ph idx="1" type="subTitle"/>
          </p:nvPr>
        </p:nvSpPr>
        <p:spPr>
          <a:xfrm>
            <a:off x="955800" y="11959787"/>
            <a:ext cx="14562900" cy="5269800"/>
          </a:xfrm>
          <a:prstGeom prst="rect">
            <a:avLst/>
          </a:prstGeom>
          <a:noFill/>
          <a:ln>
            <a:noFill/>
          </a:ln>
        </p:spPr>
        <p:txBody>
          <a:bodyPr anchorCtr="0" anchor="t" bIns="355600" lIns="355600" spcFirstLastPara="1" rIns="355600" wrap="square" tIns="355600">
            <a:normAutofit/>
          </a:bodyPr>
          <a:lstStyle>
            <a:lvl1pPr lvl="0" algn="ctr">
              <a:lnSpc>
                <a:spcPct val="100000"/>
              </a:lnSpc>
              <a:spcBef>
                <a:spcPts val="0"/>
              </a:spcBef>
              <a:spcAft>
                <a:spcPts val="0"/>
              </a:spcAft>
              <a:buSzPts val="8100"/>
              <a:buNone/>
              <a:defRPr sz="8100"/>
            </a:lvl1pPr>
            <a:lvl2pPr lvl="1" algn="ctr">
              <a:lnSpc>
                <a:spcPct val="100000"/>
              </a:lnSpc>
              <a:spcBef>
                <a:spcPts val="0"/>
              </a:spcBef>
              <a:spcAft>
                <a:spcPts val="0"/>
              </a:spcAft>
              <a:buSzPts val="8100"/>
              <a:buNone/>
              <a:defRPr sz="8100"/>
            </a:lvl2pPr>
            <a:lvl3pPr lvl="2" algn="ctr">
              <a:lnSpc>
                <a:spcPct val="100000"/>
              </a:lnSpc>
              <a:spcBef>
                <a:spcPts val="0"/>
              </a:spcBef>
              <a:spcAft>
                <a:spcPts val="0"/>
              </a:spcAft>
              <a:buSzPts val="8100"/>
              <a:buNone/>
              <a:defRPr sz="8100"/>
            </a:lvl3pPr>
            <a:lvl4pPr lvl="3" algn="ctr">
              <a:lnSpc>
                <a:spcPct val="100000"/>
              </a:lnSpc>
              <a:spcBef>
                <a:spcPts val="0"/>
              </a:spcBef>
              <a:spcAft>
                <a:spcPts val="0"/>
              </a:spcAft>
              <a:buSzPts val="8100"/>
              <a:buNone/>
              <a:defRPr sz="8100"/>
            </a:lvl4pPr>
            <a:lvl5pPr lvl="4" algn="ctr">
              <a:lnSpc>
                <a:spcPct val="100000"/>
              </a:lnSpc>
              <a:spcBef>
                <a:spcPts val="0"/>
              </a:spcBef>
              <a:spcAft>
                <a:spcPts val="0"/>
              </a:spcAft>
              <a:buSzPts val="8100"/>
              <a:buNone/>
              <a:defRPr sz="8100"/>
            </a:lvl5pPr>
            <a:lvl6pPr lvl="5" algn="ctr">
              <a:lnSpc>
                <a:spcPct val="100000"/>
              </a:lnSpc>
              <a:spcBef>
                <a:spcPts val="0"/>
              </a:spcBef>
              <a:spcAft>
                <a:spcPts val="0"/>
              </a:spcAft>
              <a:buSzPts val="8100"/>
              <a:buNone/>
              <a:defRPr sz="8100"/>
            </a:lvl6pPr>
            <a:lvl7pPr lvl="6" algn="ctr">
              <a:lnSpc>
                <a:spcPct val="100000"/>
              </a:lnSpc>
              <a:spcBef>
                <a:spcPts val="0"/>
              </a:spcBef>
              <a:spcAft>
                <a:spcPts val="0"/>
              </a:spcAft>
              <a:buSzPts val="8100"/>
              <a:buNone/>
              <a:defRPr sz="8100"/>
            </a:lvl7pPr>
            <a:lvl8pPr lvl="7" algn="ctr">
              <a:lnSpc>
                <a:spcPct val="100000"/>
              </a:lnSpc>
              <a:spcBef>
                <a:spcPts val="0"/>
              </a:spcBef>
              <a:spcAft>
                <a:spcPts val="0"/>
              </a:spcAft>
              <a:buSzPts val="8100"/>
              <a:buNone/>
              <a:defRPr sz="8100"/>
            </a:lvl8pPr>
            <a:lvl9pPr lvl="8" algn="ctr">
              <a:lnSpc>
                <a:spcPct val="100000"/>
              </a:lnSpc>
              <a:spcBef>
                <a:spcPts val="0"/>
              </a:spcBef>
              <a:spcAft>
                <a:spcPts val="0"/>
              </a:spcAft>
              <a:buSzPts val="8100"/>
              <a:buNone/>
              <a:defRPr sz="8100"/>
            </a:lvl9pPr>
          </a:lstStyle>
          <a:p/>
        </p:txBody>
      </p:sp>
      <p:sp>
        <p:nvSpPr>
          <p:cNvPr id="39" name="Google Shape;39;p9"/>
          <p:cNvSpPr txBox="1"/>
          <p:nvPr>
            <p:ph idx="2" type="body"/>
          </p:nvPr>
        </p:nvSpPr>
        <p:spPr>
          <a:xfrm>
            <a:off x="17782200" y="3089387"/>
            <a:ext cx="13813200" cy="15765900"/>
          </a:xfrm>
          <a:prstGeom prst="rect">
            <a:avLst/>
          </a:prstGeom>
          <a:noFill/>
          <a:ln>
            <a:noFill/>
          </a:ln>
        </p:spPr>
        <p:txBody>
          <a:bodyPr anchorCtr="0" anchor="ctr" bIns="355600" lIns="355600" spcFirstLastPara="1" rIns="355600" wrap="square" tIns="355600">
            <a:normAutofit/>
          </a:bodyPr>
          <a:lstStyle>
            <a:lvl1pPr indent="-673100" lvl="0" marL="457200" algn="l">
              <a:lnSpc>
                <a:spcPct val="115000"/>
              </a:lnSpc>
              <a:spcBef>
                <a:spcPts val="0"/>
              </a:spcBef>
              <a:spcAft>
                <a:spcPts val="0"/>
              </a:spcAft>
              <a:buSzPts val="7000"/>
              <a:buChar char="●"/>
              <a:defRPr/>
            </a:lvl1pPr>
            <a:lvl2pPr indent="-577850" lvl="1" marL="914400" algn="l">
              <a:lnSpc>
                <a:spcPct val="115000"/>
              </a:lnSpc>
              <a:spcBef>
                <a:spcPts val="0"/>
              </a:spcBef>
              <a:spcAft>
                <a:spcPts val="0"/>
              </a:spcAft>
              <a:buSzPts val="5500"/>
              <a:buChar char="○"/>
              <a:defRPr/>
            </a:lvl2pPr>
            <a:lvl3pPr indent="-577850" lvl="2" marL="1371600" algn="l">
              <a:lnSpc>
                <a:spcPct val="115000"/>
              </a:lnSpc>
              <a:spcBef>
                <a:spcPts val="0"/>
              </a:spcBef>
              <a:spcAft>
                <a:spcPts val="0"/>
              </a:spcAft>
              <a:buSzPts val="5500"/>
              <a:buChar char="■"/>
              <a:defRPr/>
            </a:lvl3pPr>
            <a:lvl4pPr indent="-577850" lvl="3" marL="1828800" algn="l">
              <a:lnSpc>
                <a:spcPct val="115000"/>
              </a:lnSpc>
              <a:spcBef>
                <a:spcPts val="0"/>
              </a:spcBef>
              <a:spcAft>
                <a:spcPts val="0"/>
              </a:spcAft>
              <a:buSzPts val="5500"/>
              <a:buChar char="●"/>
              <a:defRPr/>
            </a:lvl4pPr>
            <a:lvl5pPr indent="-577850" lvl="4" marL="2286000" algn="l">
              <a:lnSpc>
                <a:spcPct val="115000"/>
              </a:lnSpc>
              <a:spcBef>
                <a:spcPts val="0"/>
              </a:spcBef>
              <a:spcAft>
                <a:spcPts val="0"/>
              </a:spcAft>
              <a:buSzPts val="5500"/>
              <a:buChar char="○"/>
              <a:defRPr/>
            </a:lvl5pPr>
            <a:lvl6pPr indent="-577850" lvl="5" marL="2743200" algn="l">
              <a:lnSpc>
                <a:spcPct val="115000"/>
              </a:lnSpc>
              <a:spcBef>
                <a:spcPts val="0"/>
              </a:spcBef>
              <a:spcAft>
                <a:spcPts val="0"/>
              </a:spcAft>
              <a:buSzPts val="5500"/>
              <a:buChar char="■"/>
              <a:defRPr/>
            </a:lvl6pPr>
            <a:lvl7pPr indent="-577850" lvl="6" marL="3200400" algn="l">
              <a:lnSpc>
                <a:spcPct val="115000"/>
              </a:lnSpc>
              <a:spcBef>
                <a:spcPts val="0"/>
              </a:spcBef>
              <a:spcAft>
                <a:spcPts val="0"/>
              </a:spcAft>
              <a:buSzPts val="5500"/>
              <a:buChar char="●"/>
              <a:defRPr/>
            </a:lvl7pPr>
            <a:lvl8pPr indent="-577850" lvl="7" marL="3657600" algn="l">
              <a:lnSpc>
                <a:spcPct val="115000"/>
              </a:lnSpc>
              <a:spcBef>
                <a:spcPts val="0"/>
              </a:spcBef>
              <a:spcAft>
                <a:spcPts val="0"/>
              </a:spcAft>
              <a:buSzPts val="5500"/>
              <a:buChar char="○"/>
              <a:defRPr/>
            </a:lvl8pPr>
            <a:lvl9pPr indent="-577850" lvl="8" marL="4114800" algn="l">
              <a:lnSpc>
                <a:spcPct val="115000"/>
              </a:lnSpc>
              <a:spcBef>
                <a:spcPts val="0"/>
              </a:spcBef>
              <a:spcAft>
                <a:spcPts val="0"/>
              </a:spcAft>
              <a:buSzPts val="5500"/>
              <a:buChar char="■"/>
              <a:defRPr/>
            </a:lvl9pPr>
          </a:lstStyle>
          <a:p/>
        </p:txBody>
      </p:sp>
      <p:sp>
        <p:nvSpPr>
          <p:cNvPr id="40" name="Google Shape;40;p9"/>
          <p:cNvSpPr txBox="1"/>
          <p:nvPr>
            <p:ph idx="12" type="sldNum"/>
          </p:nvPr>
        </p:nvSpPr>
        <p:spPr>
          <a:xfrm>
            <a:off x="30500848" y="19896392"/>
            <a:ext cx="1975500" cy="1679400"/>
          </a:xfrm>
          <a:prstGeom prst="rect">
            <a:avLst/>
          </a:prstGeom>
          <a:noFill/>
          <a:ln>
            <a:noFill/>
          </a:ln>
        </p:spPr>
        <p:txBody>
          <a:bodyPr anchorCtr="0" anchor="ctr" bIns="355600" lIns="355600" spcFirstLastPara="1" rIns="355600" wrap="square" tIns="355600">
            <a:normAutofit/>
          </a:bodyPr>
          <a:lstStyle>
            <a:lvl1pPr indent="0" lvl="0"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1122120" y="18050453"/>
            <a:ext cx="21595500" cy="2581800"/>
          </a:xfrm>
          <a:prstGeom prst="rect">
            <a:avLst/>
          </a:prstGeom>
          <a:noFill/>
          <a:ln>
            <a:noFill/>
          </a:ln>
        </p:spPr>
        <p:txBody>
          <a:bodyPr anchorCtr="0" anchor="ctr" bIns="355600" lIns="355600" spcFirstLastPara="1" rIns="355600" wrap="square" tIns="355600">
            <a:normAutofit/>
          </a:bodyPr>
          <a:lstStyle>
            <a:lvl1pPr indent="-228600" lvl="0" marL="457200" algn="l">
              <a:lnSpc>
                <a:spcPct val="100000"/>
              </a:lnSpc>
              <a:spcBef>
                <a:spcPts val="0"/>
              </a:spcBef>
              <a:spcAft>
                <a:spcPts val="0"/>
              </a:spcAft>
              <a:buSzPts val="7000"/>
              <a:buNone/>
              <a:defRPr/>
            </a:lvl1pPr>
          </a:lstStyle>
          <a:p/>
        </p:txBody>
      </p:sp>
      <p:sp>
        <p:nvSpPr>
          <p:cNvPr id="43" name="Google Shape;43;p10"/>
          <p:cNvSpPr txBox="1"/>
          <p:nvPr>
            <p:ph idx="12" type="sldNum"/>
          </p:nvPr>
        </p:nvSpPr>
        <p:spPr>
          <a:xfrm>
            <a:off x="30500848" y="19896392"/>
            <a:ext cx="1975500" cy="1679400"/>
          </a:xfrm>
          <a:prstGeom prst="rect">
            <a:avLst/>
          </a:prstGeom>
          <a:noFill/>
          <a:ln>
            <a:noFill/>
          </a:ln>
        </p:spPr>
        <p:txBody>
          <a:bodyPr anchorCtr="0" anchor="ctr" bIns="355600" lIns="355600" spcFirstLastPara="1" rIns="355600" wrap="square" tIns="355600">
            <a:normAutofit/>
          </a:bodyPr>
          <a:lstStyle>
            <a:lvl1pPr indent="0" lvl="0"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1122120" y="4719467"/>
            <a:ext cx="30674100" cy="8377500"/>
          </a:xfrm>
          <a:prstGeom prst="rect">
            <a:avLst/>
          </a:prstGeom>
          <a:noFill/>
          <a:ln>
            <a:noFill/>
          </a:ln>
        </p:spPr>
        <p:txBody>
          <a:bodyPr anchorCtr="0" anchor="b" bIns="355600" lIns="355600" spcFirstLastPara="1" rIns="355600" wrap="square" tIns="355600">
            <a:normAutofit/>
          </a:bodyPr>
          <a:lstStyle>
            <a:lvl1pPr lvl="0" algn="ctr">
              <a:lnSpc>
                <a:spcPct val="100000"/>
              </a:lnSpc>
              <a:spcBef>
                <a:spcPts val="0"/>
              </a:spcBef>
              <a:spcAft>
                <a:spcPts val="0"/>
              </a:spcAft>
              <a:buSzPts val="46700"/>
              <a:buNone/>
              <a:defRPr sz="46700"/>
            </a:lvl1pPr>
            <a:lvl2pPr lvl="1" algn="ctr">
              <a:lnSpc>
                <a:spcPct val="100000"/>
              </a:lnSpc>
              <a:spcBef>
                <a:spcPts val="0"/>
              </a:spcBef>
              <a:spcAft>
                <a:spcPts val="0"/>
              </a:spcAft>
              <a:buSzPts val="46700"/>
              <a:buNone/>
              <a:defRPr sz="46700"/>
            </a:lvl2pPr>
            <a:lvl3pPr lvl="2" algn="ctr">
              <a:lnSpc>
                <a:spcPct val="100000"/>
              </a:lnSpc>
              <a:spcBef>
                <a:spcPts val="0"/>
              </a:spcBef>
              <a:spcAft>
                <a:spcPts val="0"/>
              </a:spcAft>
              <a:buSzPts val="46700"/>
              <a:buNone/>
              <a:defRPr sz="46700"/>
            </a:lvl3pPr>
            <a:lvl4pPr lvl="3" algn="ctr">
              <a:lnSpc>
                <a:spcPct val="100000"/>
              </a:lnSpc>
              <a:spcBef>
                <a:spcPts val="0"/>
              </a:spcBef>
              <a:spcAft>
                <a:spcPts val="0"/>
              </a:spcAft>
              <a:buSzPts val="46700"/>
              <a:buNone/>
              <a:defRPr sz="46700"/>
            </a:lvl4pPr>
            <a:lvl5pPr lvl="4" algn="ctr">
              <a:lnSpc>
                <a:spcPct val="100000"/>
              </a:lnSpc>
              <a:spcBef>
                <a:spcPts val="0"/>
              </a:spcBef>
              <a:spcAft>
                <a:spcPts val="0"/>
              </a:spcAft>
              <a:buSzPts val="46700"/>
              <a:buNone/>
              <a:defRPr sz="46700"/>
            </a:lvl5pPr>
            <a:lvl6pPr lvl="5" algn="ctr">
              <a:lnSpc>
                <a:spcPct val="100000"/>
              </a:lnSpc>
              <a:spcBef>
                <a:spcPts val="0"/>
              </a:spcBef>
              <a:spcAft>
                <a:spcPts val="0"/>
              </a:spcAft>
              <a:buSzPts val="46700"/>
              <a:buNone/>
              <a:defRPr sz="46700"/>
            </a:lvl6pPr>
            <a:lvl7pPr lvl="6" algn="ctr">
              <a:lnSpc>
                <a:spcPct val="100000"/>
              </a:lnSpc>
              <a:spcBef>
                <a:spcPts val="0"/>
              </a:spcBef>
              <a:spcAft>
                <a:spcPts val="0"/>
              </a:spcAft>
              <a:buSzPts val="46700"/>
              <a:buNone/>
              <a:defRPr sz="46700"/>
            </a:lvl7pPr>
            <a:lvl8pPr lvl="7" algn="ctr">
              <a:lnSpc>
                <a:spcPct val="100000"/>
              </a:lnSpc>
              <a:spcBef>
                <a:spcPts val="0"/>
              </a:spcBef>
              <a:spcAft>
                <a:spcPts val="0"/>
              </a:spcAft>
              <a:buSzPts val="46700"/>
              <a:buNone/>
              <a:defRPr sz="46700"/>
            </a:lvl8pPr>
            <a:lvl9pPr lvl="8" algn="ctr">
              <a:lnSpc>
                <a:spcPct val="100000"/>
              </a:lnSpc>
              <a:spcBef>
                <a:spcPts val="0"/>
              </a:spcBef>
              <a:spcAft>
                <a:spcPts val="0"/>
              </a:spcAft>
              <a:buSzPts val="46700"/>
              <a:buNone/>
              <a:defRPr sz="46700"/>
            </a:lvl9pPr>
          </a:lstStyle>
          <a:p>
            <a:r>
              <a:t>xx%</a:t>
            </a:r>
          </a:p>
        </p:txBody>
      </p:sp>
      <p:sp>
        <p:nvSpPr>
          <p:cNvPr id="46" name="Google Shape;46;p11"/>
          <p:cNvSpPr txBox="1"/>
          <p:nvPr>
            <p:ph idx="1" type="body"/>
          </p:nvPr>
        </p:nvSpPr>
        <p:spPr>
          <a:xfrm>
            <a:off x="1122120" y="13449493"/>
            <a:ext cx="30674100" cy="5550000"/>
          </a:xfrm>
          <a:prstGeom prst="rect">
            <a:avLst/>
          </a:prstGeom>
          <a:noFill/>
          <a:ln>
            <a:noFill/>
          </a:ln>
        </p:spPr>
        <p:txBody>
          <a:bodyPr anchorCtr="0" anchor="t" bIns="355600" lIns="355600" spcFirstLastPara="1" rIns="355600" wrap="square" tIns="355600">
            <a:normAutofit/>
          </a:bodyPr>
          <a:lstStyle>
            <a:lvl1pPr indent="-673100" lvl="0" marL="457200" algn="ctr">
              <a:lnSpc>
                <a:spcPct val="115000"/>
              </a:lnSpc>
              <a:spcBef>
                <a:spcPts val="0"/>
              </a:spcBef>
              <a:spcAft>
                <a:spcPts val="0"/>
              </a:spcAft>
              <a:buSzPts val="7000"/>
              <a:buChar char="●"/>
              <a:defRPr/>
            </a:lvl1pPr>
            <a:lvl2pPr indent="-577850" lvl="1" marL="914400" algn="ctr">
              <a:lnSpc>
                <a:spcPct val="115000"/>
              </a:lnSpc>
              <a:spcBef>
                <a:spcPts val="0"/>
              </a:spcBef>
              <a:spcAft>
                <a:spcPts val="0"/>
              </a:spcAft>
              <a:buSzPts val="5500"/>
              <a:buChar char="○"/>
              <a:defRPr/>
            </a:lvl2pPr>
            <a:lvl3pPr indent="-577850" lvl="2" marL="1371600" algn="ctr">
              <a:lnSpc>
                <a:spcPct val="115000"/>
              </a:lnSpc>
              <a:spcBef>
                <a:spcPts val="0"/>
              </a:spcBef>
              <a:spcAft>
                <a:spcPts val="0"/>
              </a:spcAft>
              <a:buSzPts val="5500"/>
              <a:buChar char="■"/>
              <a:defRPr/>
            </a:lvl3pPr>
            <a:lvl4pPr indent="-577850" lvl="3" marL="1828800" algn="ctr">
              <a:lnSpc>
                <a:spcPct val="115000"/>
              </a:lnSpc>
              <a:spcBef>
                <a:spcPts val="0"/>
              </a:spcBef>
              <a:spcAft>
                <a:spcPts val="0"/>
              </a:spcAft>
              <a:buSzPts val="5500"/>
              <a:buChar char="●"/>
              <a:defRPr/>
            </a:lvl4pPr>
            <a:lvl5pPr indent="-577850" lvl="4" marL="2286000" algn="ctr">
              <a:lnSpc>
                <a:spcPct val="115000"/>
              </a:lnSpc>
              <a:spcBef>
                <a:spcPts val="0"/>
              </a:spcBef>
              <a:spcAft>
                <a:spcPts val="0"/>
              </a:spcAft>
              <a:buSzPts val="5500"/>
              <a:buChar char="○"/>
              <a:defRPr/>
            </a:lvl5pPr>
            <a:lvl6pPr indent="-577850" lvl="5" marL="2743200" algn="ctr">
              <a:lnSpc>
                <a:spcPct val="115000"/>
              </a:lnSpc>
              <a:spcBef>
                <a:spcPts val="0"/>
              </a:spcBef>
              <a:spcAft>
                <a:spcPts val="0"/>
              </a:spcAft>
              <a:buSzPts val="5500"/>
              <a:buChar char="■"/>
              <a:defRPr/>
            </a:lvl6pPr>
            <a:lvl7pPr indent="-577850" lvl="6" marL="3200400" algn="ctr">
              <a:lnSpc>
                <a:spcPct val="115000"/>
              </a:lnSpc>
              <a:spcBef>
                <a:spcPts val="0"/>
              </a:spcBef>
              <a:spcAft>
                <a:spcPts val="0"/>
              </a:spcAft>
              <a:buSzPts val="5500"/>
              <a:buChar char="●"/>
              <a:defRPr/>
            </a:lvl7pPr>
            <a:lvl8pPr indent="-577850" lvl="7" marL="3657600" algn="ctr">
              <a:lnSpc>
                <a:spcPct val="115000"/>
              </a:lnSpc>
              <a:spcBef>
                <a:spcPts val="0"/>
              </a:spcBef>
              <a:spcAft>
                <a:spcPts val="0"/>
              </a:spcAft>
              <a:buSzPts val="5500"/>
              <a:buChar char="○"/>
              <a:defRPr/>
            </a:lvl8pPr>
            <a:lvl9pPr indent="-577850" lvl="8" marL="4114800" algn="ctr">
              <a:lnSpc>
                <a:spcPct val="115000"/>
              </a:lnSpc>
              <a:spcBef>
                <a:spcPts val="0"/>
              </a:spcBef>
              <a:spcAft>
                <a:spcPts val="0"/>
              </a:spcAft>
              <a:buSzPts val="5500"/>
              <a:buChar char="■"/>
              <a:defRPr/>
            </a:lvl9pPr>
          </a:lstStyle>
          <a:p/>
        </p:txBody>
      </p:sp>
      <p:sp>
        <p:nvSpPr>
          <p:cNvPr id="47" name="Google Shape;47;p11"/>
          <p:cNvSpPr txBox="1"/>
          <p:nvPr>
            <p:ph idx="12" type="sldNum"/>
          </p:nvPr>
        </p:nvSpPr>
        <p:spPr>
          <a:xfrm>
            <a:off x="30500848" y="19896392"/>
            <a:ext cx="1975500" cy="1679400"/>
          </a:xfrm>
          <a:prstGeom prst="rect">
            <a:avLst/>
          </a:prstGeom>
          <a:noFill/>
          <a:ln>
            <a:noFill/>
          </a:ln>
        </p:spPr>
        <p:txBody>
          <a:bodyPr anchorCtr="0" anchor="ctr" bIns="355600" lIns="355600" spcFirstLastPara="1" rIns="355600" wrap="square" tIns="355600">
            <a:normAutofit/>
          </a:bodyPr>
          <a:lstStyle>
            <a:lvl1pPr indent="0" lvl="0"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30500848" y="19896392"/>
            <a:ext cx="1975500" cy="1679400"/>
          </a:xfrm>
          <a:prstGeom prst="rect">
            <a:avLst/>
          </a:prstGeom>
          <a:noFill/>
          <a:ln>
            <a:noFill/>
          </a:ln>
        </p:spPr>
        <p:txBody>
          <a:bodyPr anchorCtr="0" anchor="ctr" bIns="355600" lIns="355600" spcFirstLastPara="1" rIns="355600" wrap="square" tIns="355600">
            <a:normAutofit/>
          </a:bodyPr>
          <a:lstStyle>
            <a:lvl1pPr indent="0" lvl="0"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1122120" y="1898773"/>
            <a:ext cx="30674100" cy="2443500"/>
          </a:xfrm>
          <a:prstGeom prst="rect">
            <a:avLst/>
          </a:prstGeom>
          <a:noFill/>
          <a:ln>
            <a:noFill/>
          </a:ln>
        </p:spPr>
        <p:txBody>
          <a:bodyPr anchorCtr="0" anchor="t" bIns="355600" lIns="355600" spcFirstLastPara="1" rIns="355600" wrap="square" tIns="355600">
            <a:normAutofit/>
          </a:bodyPr>
          <a:lstStyle>
            <a:lvl1pPr lvl="0" marR="0" rtl="0" algn="l">
              <a:lnSpc>
                <a:spcPct val="100000"/>
              </a:lnSpc>
              <a:spcBef>
                <a:spcPts val="0"/>
              </a:spcBef>
              <a:spcAft>
                <a:spcPts val="0"/>
              </a:spcAft>
              <a:buClr>
                <a:schemeClr val="dk1"/>
              </a:buClr>
              <a:buSzPts val="10900"/>
              <a:buFont typeface="Arial"/>
              <a:buNone/>
              <a:defRPr b="0" i="0" sz="109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10900"/>
              <a:buFont typeface="Arial"/>
              <a:buNone/>
              <a:defRPr b="0" i="0" sz="109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10900"/>
              <a:buFont typeface="Arial"/>
              <a:buNone/>
              <a:defRPr b="0" i="0" sz="109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10900"/>
              <a:buFont typeface="Arial"/>
              <a:buNone/>
              <a:defRPr b="0" i="0" sz="109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10900"/>
              <a:buFont typeface="Arial"/>
              <a:buNone/>
              <a:defRPr b="0" i="0" sz="109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10900"/>
              <a:buFont typeface="Arial"/>
              <a:buNone/>
              <a:defRPr b="0" i="0" sz="109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10900"/>
              <a:buFont typeface="Arial"/>
              <a:buNone/>
              <a:defRPr b="0" i="0" sz="109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10900"/>
              <a:buFont typeface="Arial"/>
              <a:buNone/>
              <a:defRPr b="0" i="0" sz="109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10900"/>
              <a:buFont typeface="Arial"/>
              <a:buNone/>
              <a:defRPr b="0" i="0" sz="109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1122120" y="4917227"/>
            <a:ext cx="30674100" cy="14576700"/>
          </a:xfrm>
          <a:prstGeom prst="rect">
            <a:avLst/>
          </a:prstGeom>
          <a:noFill/>
          <a:ln>
            <a:noFill/>
          </a:ln>
        </p:spPr>
        <p:txBody>
          <a:bodyPr anchorCtr="0" anchor="t" bIns="355600" lIns="355600" spcFirstLastPara="1" rIns="355600" wrap="square" tIns="355600">
            <a:normAutofit/>
          </a:bodyPr>
          <a:lstStyle>
            <a:lvl1pPr indent="-673100" lvl="0" marL="457200" marR="0" rtl="0" algn="l">
              <a:lnSpc>
                <a:spcPct val="115000"/>
              </a:lnSpc>
              <a:spcBef>
                <a:spcPts val="0"/>
              </a:spcBef>
              <a:spcAft>
                <a:spcPts val="0"/>
              </a:spcAft>
              <a:buClr>
                <a:schemeClr val="dk2"/>
              </a:buClr>
              <a:buSzPts val="7000"/>
              <a:buFont typeface="Arial"/>
              <a:buChar char="●"/>
              <a:defRPr b="0" i="0" sz="7000" u="none" cap="none" strike="noStrike">
                <a:solidFill>
                  <a:schemeClr val="dk2"/>
                </a:solidFill>
                <a:latin typeface="Arial"/>
                <a:ea typeface="Arial"/>
                <a:cs typeface="Arial"/>
                <a:sym typeface="Arial"/>
              </a:defRPr>
            </a:lvl1pPr>
            <a:lvl2pPr indent="-577850" lvl="1" marL="914400" marR="0" rtl="0" algn="l">
              <a:lnSpc>
                <a:spcPct val="115000"/>
              </a:lnSpc>
              <a:spcBef>
                <a:spcPts val="0"/>
              </a:spcBef>
              <a:spcAft>
                <a:spcPts val="0"/>
              </a:spcAft>
              <a:buClr>
                <a:schemeClr val="dk2"/>
              </a:buClr>
              <a:buSzPts val="5500"/>
              <a:buFont typeface="Arial"/>
              <a:buChar char="○"/>
              <a:defRPr b="0" i="0" sz="5500" u="none" cap="none" strike="noStrike">
                <a:solidFill>
                  <a:schemeClr val="dk2"/>
                </a:solidFill>
                <a:latin typeface="Arial"/>
                <a:ea typeface="Arial"/>
                <a:cs typeface="Arial"/>
                <a:sym typeface="Arial"/>
              </a:defRPr>
            </a:lvl2pPr>
            <a:lvl3pPr indent="-577850" lvl="2" marL="1371600" marR="0" rtl="0" algn="l">
              <a:lnSpc>
                <a:spcPct val="115000"/>
              </a:lnSpc>
              <a:spcBef>
                <a:spcPts val="0"/>
              </a:spcBef>
              <a:spcAft>
                <a:spcPts val="0"/>
              </a:spcAft>
              <a:buClr>
                <a:schemeClr val="dk2"/>
              </a:buClr>
              <a:buSzPts val="5500"/>
              <a:buFont typeface="Arial"/>
              <a:buChar char="■"/>
              <a:defRPr b="0" i="0" sz="5500" u="none" cap="none" strike="noStrike">
                <a:solidFill>
                  <a:schemeClr val="dk2"/>
                </a:solidFill>
                <a:latin typeface="Arial"/>
                <a:ea typeface="Arial"/>
                <a:cs typeface="Arial"/>
                <a:sym typeface="Arial"/>
              </a:defRPr>
            </a:lvl3pPr>
            <a:lvl4pPr indent="-577850" lvl="3" marL="1828800" marR="0" rtl="0" algn="l">
              <a:lnSpc>
                <a:spcPct val="115000"/>
              </a:lnSpc>
              <a:spcBef>
                <a:spcPts val="0"/>
              </a:spcBef>
              <a:spcAft>
                <a:spcPts val="0"/>
              </a:spcAft>
              <a:buClr>
                <a:schemeClr val="dk2"/>
              </a:buClr>
              <a:buSzPts val="5500"/>
              <a:buFont typeface="Arial"/>
              <a:buChar char="●"/>
              <a:defRPr b="0" i="0" sz="5500" u="none" cap="none" strike="noStrike">
                <a:solidFill>
                  <a:schemeClr val="dk2"/>
                </a:solidFill>
                <a:latin typeface="Arial"/>
                <a:ea typeface="Arial"/>
                <a:cs typeface="Arial"/>
                <a:sym typeface="Arial"/>
              </a:defRPr>
            </a:lvl4pPr>
            <a:lvl5pPr indent="-577850" lvl="4" marL="2286000" marR="0" rtl="0" algn="l">
              <a:lnSpc>
                <a:spcPct val="115000"/>
              </a:lnSpc>
              <a:spcBef>
                <a:spcPts val="0"/>
              </a:spcBef>
              <a:spcAft>
                <a:spcPts val="0"/>
              </a:spcAft>
              <a:buClr>
                <a:schemeClr val="dk2"/>
              </a:buClr>
              <a:buSzPts val="5500"/>
              <a:buFont typeface="Arial"/>
              <a:buChar char="○"/>
              <a:defRPr b="0" i="0" sz="5500" u="none" cap="none" strike="noStrike">
                <a:solidFill>
                  <a:schemeClr val="dk2"/>
                </a:solidFill>
                <a:latin typeface="Arial"/>
                <a:ea typeface="Arial"/>
                <a:cs typeface="Arial"/>
                <a:sym typeface="Arial"/>
              </a:defRPr>
            </a:lvl5pPr>
            <a:lvl6pPr indent="-577850" lvl="5" marL="2743200" marR="0" rtl="0" algn="l">
              <a:lnSpc>
                <a:spcPct val="115000"/>
              </a:lnSpc>
              <a:spcBef>
                <a:spcPts val="0"/>
              </a:spcBef>
              <a:spcAft>
                <a:spcPts val="0"/>
              </a:spcAft>
              <a:buClr>
                <a:schemeClr val="dk2"/>
              </a:buClr>
              <a:buSzPts val="5500"/>
              <a:buFont typeface="Arial"/>
              <a:buChar char="■"/>
              <a:defRPr b="0" i="0" sz="5500" u="none" cap="none" strike="noStrike">
                <a:solidFill>
                  <a:schemeClr val="dk2"/>
                </a:solidFill>
                <a:latin typeface="Arial"/>
                <a:ea typeface="Arial"/>
                <a:cs typeface="Arial"/>
                <a:sym typeface="Arial"/>
              </a:defRPr>
            </a:lvl6pPr>
            <a:lvl7pPr indent="-577850" lvl="6" marL="3200400" marR="0" rtl="0" algn="l">
              <a:lnSpc>
                <a:spcPct val="115000"/>
              </a:lnSpc>
              <a:spcBef>
                <a:spcPts val="0"/>
              </a:spcBef>
              <a:spcAft>
                <a:spcPts val="0"/>
              </a:spcAft>
              <a:buClr>
                <a:schemeClr val="dk2"/>
              </a:buClr>
              <a:buSzPts val="5500"/>
              <a:buFont typeface="Arial"/>
              <a:buChar char="●"/>
              <a:defRPr b="0" i="0" sz="5500" u="none" cap="none" strike="noStrike">
                <a:solidFill>
                  <a:schemeClr val="dk2"/>
                </a:solidFill>
                <a:latin typeface="Arial"/>
                <a:ea typeface="Arial"/>
                <a:cs typeface="Arial"/>
                <a:sym typeface="Arial"/>
              </a:defRPr>
            </a:lvl7pPr>
            <a:lvl8pPr indent="-577850" lvl="7" marL="3657600" marR="0" rtl="0" algn="l">
              <a:lnSpc>
                <a:spcPct val="115000"/>
              </a:lnSpc>
              <a:spcBef>
                <a:spcPts val="0"/>
              </a:spcBef>
              <a:spcAft>
                <a:spcPts val="0"/>
              </a:spcAft>
              <a:buClr>
                <a:schemeClr val="dk2"/>
              </a:buClr>
              <a:buSzPts val="5500"/>
              <a:buFont typeface="Arial"/>
              <a:buChar char="○"/>
              <a:defRPr b="0" i="0" sz="5500" u="none" cap="none" strike="noStrike">
                <a:solidFill>
                  <a:schemeClr val="dk2"/>
                </a:solidFill>
                <a:latin typeface="Arial"/>
                <a:ea typeface="Arial"/>
                <a:cs typeface="Arial"/>
                <a:sym typeface="Arial"/>
              </a:defRPr>
            </a:lvl8pPr>
            <a:lvl9pPr indent="-577850" lvl="8" marL="4114800" marR="0" rtl="0" algn="l">
              <a:lnSpc>
                <a:spcPct val="115000"/>
              </a:lnSpc>
              <a:spcBef>
                <a:spcPts val="0"/>
              </a:spcBef>
              <a:spcAft>
                <a:spcPts val="0"/>
              </a:spcAft>
              <a:buClr>
                <a:schemeClr val="dk2"/>
              </a:buClr>
              <a:buSzPts val="5500"/>
              <a:buFont typeface="Arial"/>
              <a:buChar char="■"/>
              <a:defRPr b="0" i="0" sz="55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30500848" y="19896392"/>
            <a:ext cx="1975500" cy="1679400"/>
          </a:xfrm>
          <a:prstGeom prst="rect">
            <a:avLst/>
          </a:prstGeom>
          <a:noFill/>
          <a:ln>
            <a:noFill/>
          </a:ln>
        </p:spPr>
        <p:txBody>
          <a:bodyPr anchorCtr="0" anchor="ctr" bIns="355600" lIns="355600" spcFirstLastPara="1" rIns="355600" wrap="square" tIns="355600">
            <a:normAutofit/>
          </a:bodyPr>
          <a:lstStyle>
            <a:lvl1pPr indent="0" lvl="0" marL="0" marR="0" rtl="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3900"/>
              <a:buFont typeface="Arial"/>
              <a:buNone/>
              <a:defRPr b="0" i="0" sz="39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image" Target="../media/image2.png"/><Relationship Id="rId10" Type="http://schemas.openxmlformats.org/officeDocument/2006/relationships/image" Target="../media/image3.png"/><Relationship Id="rId13" Type="http://schemas.openxmlformats.org/officeDocument/2006/relationships/image" Target="../media/image9.png"/><Relationship Id="rId12" Type="http://schemas.openxmlformats.org/officeDocument/2006/relationships/image" Target="../media/image1.png"/><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hyperlink" Target="https://github.com/algorithmicsuperintelligence/openevolve?utm_source=chatgpt.com" TargetMode="External"/><Relationship Id="rId4" Type="http://schemas.openxmlformats.org/officeDocument/2006/relationships/hyperlink" Target="https://github.com/algorithmicsuperintelligence/openevolve?utm_source=chatgpt.com" TargetMode="External"/><Relationship Id="rId9" Type="http://schemas.openxmlformats.org/officeDocument/2006/relationships/image" Target="../media/image5.png"/><Relationship Id="rId15" Type="http://schemas.openxmlformats.org/officeDocument/2006/relationships/image" Target="../media/image6.png"/><Relationship Id="rId14" Type="http://schemas.openxmlformats.org/officeDocument/2006/relationships/image" Target="../media/image4.png"/><Relationship Id="rId17" Type="http://schemas.openxmlformats.org/officeDocument/2006/relationships/image" Target="../media/image13.png"/><Relationship Id="rId16" Type="http://schemas.openxmlformats.org/officeDocument/2006/relationships/image" Target="../media/image7.png"/><Relationship Id="rId5" Type="http://schemas.openxmlformats.org/officeDocument/2006/relationships/image" Target="../media/image11.png"/><Relationship Id="rId19" Type="http://schemas.openxmlformats.org/officeDocument/2006/relationships/image" Target="../media/image10.png"/><Relationship Id="rId6" Type="http://schemas.openxmlformats.org/officeDocument/2006/relationships/image" Target="../media/image14.png"/><Relationship Id="rId18" Type="http://schemas.openxmlformats.org/officeDocument/2006/relationships/image" Target="../media/image15.png"/><Relationship Id="rId7" Type="http://schemas.openxmlformats.org/officeDocument/2006/relationships/image" Target="../media/image8.png"/><Relationship Id="rId8"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p:nvPr/>
        </p:nvSpPr>
        <p:spPr>
          <a:xfrm>
            <a:off x="-30900" y="-62925"/>
            <a:ext cx="32918400" cy="21945600"/>
          </a:xfrm>
          <a:prstGeom prst="rect">
            <a:avLst/>
          </a:prstGeom>
          <a:solidFill>
            <a:srgbClr val="FFCA00"/>
          </a:solidFill>
          <a:ln cap="flat" cmpd="sng" w="9525">
            <a:solidFill>
              <a:schemeClr val="dk2"/>
            </a:solidFill>
            <a:prstDash val="solid"/>
            <a:round/>
            <a:headEnd len="sm" w="sm" type="none"/>
            <a:tailEnd len="sm" w="sm" type="none"/>
          </a:ln>
        </p:spPr>
        <p:txBody>
          <a:bodyPr anchorCtr="0" anchor="ctr" bIns="70175" lIns="70175" spcFirstLastPara="1" rIns="70175" wrap="square" tIns="701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5" name="Google Shape;55;p13"/>
          <p:cNvSpPr/>
          <p:nvPr/>
        </p:nvSpPr>
        <p:spPr>
          <a:xfrm>
            <a:off x="23317275" y="10972800"/>
            <a:ext cx="9144000" cy="7315200"/>
          </a:xfrm>
          <a:prstGeom prst="rect">
            <a:avLst/>
          </a:prstGeom>
          <a:solidFill>
            <a:srgbClr val="FFFFFF"/>
          </a:solidFill>
          <a:ln cap="flat" cmpd="sng" w="38100">
            <a:solidFill>
              <a:schemeClr val="dk1"/>
            </a:solidFill>
            <a:prstDash val="solid"/>
            <a:round/>
            <a:headEnd len="sm" w="sm" type="none"/>
            <a:tailEnd len="sm" w="sm" type="none"/>
          </a:ln>
        </p:spPr>
        <p:txBody>
          <a:bodyPr anchorCtr="0" anchor="ctr" bIns="70175" lIns="70175" spcFirstLastPara="1" rIns="70175" wrap="square" tIns="701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6" name="Google Shape;56;p13"/>
          <p:cNvSpPr/>
          <p:nvPr/>
        </p:nvSpPr>
        <p:spPr>
          <a:xfrm>
            <a:off x="23318700" y="3429000"/>
            <a:ext cx="9144000" cy="7315200"/>
          </a:xfrm>
          <a:prstGeom prst="rect">
            <a:avLst/>
          </a:prstGeom>
          <a:solidFill>
            <a:srgbClr val="FFFFFF"/>
          </a:solidFill>
          <a:ln cap="flat" cmpd="sng" w="38100">
            <a:solidFill>
              <a:schemeClr val="dk1"/>
            </a:solidFill>
            <a:prstDash val="solid"/>
            <a:round/>
            <a:headEnd len="sm" w="sm" type="none"/>
            <a:tailEnd len="sm" w="sm" type="none"/>
          </a:ln>
        </p:spPr>
        <p:txBody>
          <a:bodyPr anchorCtr="0" anchor="ctr" bIns="70175" lIns="70175" spcFirstLastPara="1" rIns="70175" wrap="square" tIns="701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7" name="Google Shape;57;p13"/>
          <p:cNvSpPr/>
          <p:nvPr/>
        </p:nvSpPr>
        <p:spPr>
          <a:xfrm>
            <a:off x="23317275" y="18516600"/>
            <a:ext cx="9144000" cy="2514600"/>
          </a:xfrm>
          <a:prstGeom prst="rect">
            <a:avLst/>
          </a:prstGeom>
          <a:solidFill>
            <a:srgbClr val="FFFFFF"/>
          </a:solidFill>
          <a:ln cap="flat" cmpd="sng" w="38100">
            <a:solidFill>
              <a:schemeClr val="dk1"/>
            </a:solidFill>
            <a:prstDash val="solid"/>
            <a:round/>
            <a:headEnd len="sm" w="sm" type="none"/>
            <a:tailEnd len="sm" w="sm" type="none"/>
          </a:ln>
        </p:spPr>
        <p:txBody>
          <a:bodyPr anchorCtr="0" anchor="ctr" bIns="70175" lIns="70175" spcFirstLastPara="1" rIns="70175" wrap="square" tIns="701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8" name="Google Shape;58;p13"/>
          <p:cNvSpPr/>
          <p:nvPr/>
        </p:nvSpPr>
        <p:spPr>
          <a:xfrm>
            <a:off x="9829800" y="3429000"/>
            <a:ext cx="13258800" cy="17602200"/>
          </a:xfrm>
          <a:prstGeom prst="rect">
            <a:avLst/>
          </a:prstGeom>
          <a:solidFill>
            <a:srgbClr val="FFFFFF"/>
          </a:solidFill>
          <a:ln cap="flat" cmpd="sng" w="38100">
            <a:solidFill>
              <a:schemeClr val="dk1"/>
            </a:solidFill>
            <a:prstDash val="solid"/>
            <a:round/>
            <a:headEnd len="sm" w="sm" type="none"/>
            <a:tailEnd len="sm" w="sm" type="none"/>
          </a:ln>
        </p:spPr>
        <p:txBody>
          <a:bodyPr anchorCtr="0" anchor="ctr" bIns="70175" lIns="70175" spcFirstLastPara="1" rIns="70175" wrap="square" tIns="701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9" name="Google Shape;59;p13"/>
          <p:cNvSpPr/>
          <p:nvPr/>
        </p:nvSpPr>
        <p:spPr>
          <a:xfrm>
            <a:off x="457200" y="3429000"/>
            <a:ext cx="9144000" cy="8229600"/>
          </a:xfrm>
          <a:prstGeom prst="rect">
            <a:avLst/>
          </a:prstGeom>
          <a:solidFill>
            <a:srgbClr val="FFFFFF"/>
          </a:solidFill>
          <a:ln cap="flat" cmpd="sng" w="38100">
            <a:solidFill>
              <a:schemeClr val="dk1"/>
            </a:solidFill>
            <a:prstDash val="solid"/>
            <a:round/>
            <a:headEnd len="sm" w="sm" type="none"/>
            <a:tailEnd len="sm" w="sm" type="none"/>
          </a:ln>
        </p:spPr>
        <p:txBody>
          <a:bodyPr anchorCtr="0" anchor="ctr" bIns="70175" lIns="70175" spcFirstLastPara="1" rIns="70175" wrap="square" tIns="701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60" name="Google Shape;60;p13"/>
          <p:cNvSpPr/>
          <p:nvPr/>
        </p:nvSpPr>
        <p:spPr>
          <a:xfrm>
            <a:off x="223950" y="296400"/>
            <a:ext cx="32408700" cy="213528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70175" lIns="70175" spcFirstLastPara="1" rIns="70175" wrap="square" tIns="701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61" name="Google Shape;61;p13"/>
          <p:cNvSpPr txBox="1"/>
          <p:nvPr/>
        </p:nvSpPr>
        <p:spPr>
          <a:xfrm>
            <a:off x="3413325" y="718603"/>
            <a:ext cx="24519000" cy="1000800"/>
          </a:xfrm>
          <a:prstGeom prst="rect">
            <a:avLst/>
          </a:prstGeom>
          <a:noFill/>
          <a:ln>
            <a:noFill/>
          </a:ln>
        </p:spPr>
        <p:txBody>
          <a:bodyPr anchorCtr="0" anchor="t" bIns="70175" lIns="70175" spcFirstLastPara="1" rIns="70175" wrap="square" tIns="70175">
            <a:noAutofit/>
          </a:bodyPr>
          <a:lstStyle/>
          <a:p>
            <a:pPr indent="0" lvl="0" marL="0" marR="0" rtl="0" algn="ctr">
              <a:lnSpc>
                <a:spcPct val="100000"/>
              </a:lnSpc>
              <a:spcBef>
                <a:spcPts val="0"/>
              </a:spcBef>
              <a:spcAft>
                <a:spcPts val="0"/>
              </a:spcAft>
              <a:buClr>
                <a:srgbClr val="000000"/>
              </a:buClr>
              <a:buSzPts val="7200"/>
              <a:buFont typeface="Arial"/>
              <a:buNone/>
            </a:pPr>
            <a:r>
              <a:rPr b="1" lang="en" sz="6200">
                <a:solidFill>
                  <a:schemeClr val="dk1"/>
                </a:solidFill>
              </a:rPr>
              <a:t>Proposal of OpenEvolve for Uncorrelated Track Processing</a:t>
            </a:r>
            <a:endParaRPr b="1" i="0" sz="6200" u="none" cap="none" strike="noStrike">
              <a:solidFill>
                <a:schemeClr val="dk1"/>
              </a:solidFill>
            </a:endParaRPr>
          </a:p>
        </p:txBody>
      </p:sp>
      <p:sp>
        <p:nvSpPr>
          <p:cNvPr id="62" name="Google Shape;62;p13"/>
          <p:cNvSpPr txBox="1"/>
          <p:nvPr/>
        </p:nvSpPr>
        <p:spPr>
          <a:xfrm>
            <a:off x="6206025" y="1719404"/>
            <a:ext cx="18933600" cy="1000800"/>
          </a:xfrm>
          <a:prstGeom prst="rect">
            <a:avLst/>
          </a:prstGeom>
          <a:noFill/>
          <a:ln>
            <a:noFill/>
          </a:ln>
        </p:spPr>
        <p:txBody>
          <a:bodyPr anchorCtr="0" anchor="t" bIns="70175" lIns="70175" spcFirstLastPara="1" rIns="70175" wrap="square" tIns="70175">
            <a:noAutofit/>
          </a:bodyPr>
          <a:lstStyle/>
          <a:p>
            <a:pPr indent="0" lvl="0" marL="0" marR="0" rtl="0" algn="ctr">
              <a:lnSpc>
                <a:spcPct val="100000"/>
              </a:lnSpc>
              <a:spcBef>
                <a:spcPts val="0"/>
              </a:spcBef>
              <a:spcAft>
                <a:spcPts val="0"/>
              </a:spcAft>
              <a:buClr>
                <a:srgbClr val="000000"/>
              </a:buClr>
              <a:buSzPts val="3700"/>
              <a:buFont typeface="Arial"/>
              <a:buNone/>
            </a:pPr>
            <a:r>
              <a:rPr lang="en" sz="4500">
                <a:solidFill>
                  <a:schemeClr val="dk2"/>
                </a:solidFill>
              </a:rPr>
              <a:t>Kyle Galang</a:t>
            </a:r>
            <a:r>
              <a:rPr b="1" baseline="30000" lang="en" sz="4500">
                <a:solidFill>
                  <a:schemeClr val="dk2"/>
                </a:solidFill>
              </a:rPr>
              <a:t>1</a:t>
            </a:r>
            <a:r>
              <a:rPr lang="en" sz="4500">
                <a:solidFill>
                  <a:schemeClr val="dk2"/>
                </a:solidFill>
              </a:rPr>
              <a:t>, Aurela Broqi</a:t>
            </a:r>
            <a:r>
              <a:rPr b="1" baseline="30000" lang="en" sz="4500">
                <a:solidFill>
                  <a:schemeClr val="dk2"/>
                </a:solidFill>
              </a:rPr>
              <a:t>1</a:t>
            </a:r>
            <a:r>
              <a:rPr lang="en" sz="4500">
                <a:solidFill>
                  <a:schemeClr val="dk2"/>
                </a:solidFill>
              </a:rPr>
              <a:t>, Aaron Nogues</a:t>
            </a:r>
            <a:r>
              <a:rPr b="1" baseline="30000" lang="en" sz="4500">
                <a:solidFill>
                  <a:schemeClr val="dk2"/>
                </a:solidFill>
              </a:rPr>
              <a:t>1</a:t>
            </a:r>
            <a:r>
              <a:rPr lang="en" sz="4500">
                <a:solidFill>
                  <a:schemeClr val="dk2"/>
                </a:solidFill>
              </a:rPr>
              <a:t>, Ruben Dennis</a:t>
            </a:r>
            <a:r>
              <a:rPr b="1" baseline="30000" lang="en" sz="4500">
                <a:solidFill>
                  <a:schemeClr val="dk2"/>
                </a:solidFill>
              </a:rPr>
              <a:t>1</a:t>
            </a:r>
            <a:r>
              <a:rPr lang="en" sz="4500">
                <a:solidFill>
                  <a:schemeClr val="dk2"/>
                </a:solidFill>
              </a:rPr>
              <a:t>, Ezra Stone</a:t>
            </a:r>
            <a:r>
              <a:rPr b="1" baseline="30000" lang="en" sz="4500">
                <a:solidFill>
                  <a:schemeClr val="dk2"/>
                </a:solidFill>
              </a:rPr>
              <a:t>1</a:t>
            </a:r>
            <a:r>
              <a:rPr b="1" lang="en" sz="4500">
                <a:solidFill>
                  <a:schemeClr val="dk2"/>
                </a:solidFill>
              </a:rPr>
              <a:t> </a:t>
            </a:r>
            <a:endParaRPr b="1" i="0" sz="4500" u="none" cap="none" strike="noStrike">
              <a:solidFill>
                <a:schemeClr val="dk2"/>
              </a:solidFill>
            </a:endParaRPr>
          </a:p>
          <a:p>
            <a:pPr indent="0" lvl="0" marL="0" marR="0" rtl="0" algn="l">
              <a:lnSpc>
                <a:spcPct val="100000"/>
              </a:lnSpc>
              <a:spcBef>
                <a:spcPts val="0"/>
              </a:spcBef>
              <a:spcAft>
                <a:spcPts val="0"/>
              </a:spcAft>
              <a:buClr>
                <a:srgbClr val="000000"/>
              </a:buClr>
              <a:buSzPts val="3700"/>
              <a:buFont typeface="Arial"/>
              <a:buNone/>
            </a:pPr>
            <a:r>
              <a:t/>
            </a:r>
            <a:endParaRPr b="0" i="0" sz="3500" u="none" cap="none" strike="noStrike">
              <a:solidFill>
                <a:schemeClr val="dk2"/>
              </a:solidFill>
              <a:latin typeface="Arial"/>
              <a:ea typeface="Arial"/>
              <a:cs typeface="Arial"/>
              <a:sym typeface="Arial"/>
            </a:endParaRPr>
          </a:p>
        </p:txBody>
      </p:sp>
      <p:sp>
        <p:nvSpPr>
          <p:cNvPr id="63" name="Google Shape;63;p13"/>
          <p:cNvSpPr txBox="1"/>
          <p:nvPr/>
        </p:nvSpPr>
        <p:spPr>
          <a:xfrm>
            <a:off x="457350" y="4045225"/>
            <a:ext cx="9144000" cy="5537700"/>
          </a:xfrm>
          <a:prstGeom prst="rect">
            <a:avLst/>
          </a:prstGeom>
          <a:noFill/>
          <a:ln>
            <a:noFill/>
          </a:ln>
        </p:spPr>
        <p:txBody>
          <a:bodyPr anchorCtr="0" anchor="t" bIns="70175" lIns="70175" spcFirstLastPara="1" rIns="70175" wrap="square" tIns="70175">
            <a:noAutofit/>
          </a:bodyPr>
          <a:lstStyle/>
          <a:p>
            <a:pPr indent="0" lvl="0" marL="0" marR="0" rtl="0" algn="l">
              <a:lnSpc>
                <a:spcPct val="100000"/>
              </a:lnSpc>
              <a:spcBef>
                <a:spcPts val="0"/>
              </a:spcBef>
              <a:spcAft>
                <a:spcPts val="0"/>
              </a:spcAft>
              <a:buClr>
                <a:schemeClr val="dk1"/>
              </a:buClr>
              <a:buSzPts val="1100"/>
              <a:buFont typeface="Arial"/>
              <a:buNone/>
            </a:pPr>
            <a:r>
              <a:rPr lang="en" sz="3000">
                <a:solidFill>
                  <a:schemeClr val="dk1"/>
                </a:solidFill>
              </a:rPr>
              <a:t>Uncorrelated Track Processing is especially challenging because few established solutions exist for direct comparison, making benchmarking and processor improvement difficult. This research investigates OpenEvolve, an open-source evolutionary coding agent, as a tool for automating algorithm discovery, testing, and refinement. To support this effort, an analytics console was also developed to provide real-time visibility into performance, enhance transparency and reproducibility, and track program evolution over time.</a:t>
            </a:r>
            <a:endParaRPr b="0" i="0" sz="3000" u="none" cap="none" strike="noStrike">
              <a:solidFill>
                <a:schemeClr val="dk1"/>
              </a:solidFill>
              <a:latin typeface="Arial"/>
              <a:ea typeface="Arial"/>
              <a:cs typeface="Arial"/>
              <a:sym typeface="Arial"/>
            </a:endParaRPr>
          </a:p>
        </p:txBody>
      </p:sp>
      <p:sp>
        <p:nvSpPr>
          <p:cNvPr id="64" name="Google Shape;64;p13"/>
          <p:cNvSpPr txBox="1"/>
          <p:nvPr/>
        </p:nvSpPr>
        <p:spPr>
          <a:xfrm>
            <a:off x="7810148" y="21092099"/>
            <a:ext cx="17044200" cy="471600"/>
          </a:xfrm>
          <a:prstGeom prst="rect">
            <a:avLst/>
          </a:prstGeom>
          <a:noFill/>
          <a:ln>
            <a:noFill/>
          </a:ln>
        </p:spPr>
        <p:txBody>
          <a:bodyPr anchorCtr="0" anchor="t" bIns="70175" lIns="70175" spcFirstLastPara="1" rIns="70175" wrap="square" tIns="70175">
            <a:noAutofit/>
          </a:bodyPr>
          <a:lstStyle/>
          <a:p>
            <a:pPr indent="0" lvl="0" marL="0" marR="0" rtl="0" algn="ctr">
              <a:lnSpc>
                <a:spcPct val="100000"/>
              </a:lnSpc>
              <a:spcBef>
                <a:spcPts val="0"/>
              </a:spcBef>
              <a:spcAft>
                <a:spcPts val="0"/>
              </a:spcAft>
              <a:buClr>
                <a:srgbClr val="000000"/>
              </a:buClr>
              <a:buSzPts val="2400"/>
              <a:buFont typeface="Arial"/>
              <a:buNone/>
            </a:pPr>
            <a:r>
              <a:rPr b="1" i="0" lang="en" sz="2400" u="none" cap="none" strike="noStrike">
                <a:solidFill>
                  <a:schemeClr val="dk2"/>
                </a:solidFill>
              </a:rPr>
              <a:t>Acknowledgements: L</a:t>
            </a:r>
            <a:r>
              <a:rPr b="1" lang="en" sz="2400">
                <a:solidFill>
                  <a:schemeClr val="dk2"/>
                </a:solidFill>
              </a:rPr>
              <a:t>ouis Caves</a:t>
            </a:r>
            <a:r>
              <a:rPr b="1" baseline="30000" lang="en" sz="2400">
                <a:solidFill>
                  <a:schemeClr val="dk2"/>
                </a:solidFill>
              </a:rPr>
              <a:t>2</a:t>
            </a:r>
            <a:r>
              <a:rPr b="1" lang="en" sz="2400">
                <a:solidFill>
                  <a:schemeClr val="dk2"/>
                </a:solidFill>
              </a:rPr>
              <a:t>, Dr. John C. Cline</a:t>
            </a:r>
            <a:r>
              <a:rPr b="1" baseline="30000" lang="en" sz="2400">
                <a:solidFill>
                  <a:schemeClr val="dk2"/>
                </a:solidFill>
              </a:rPr>
              <a:t>4</a:t>
            </a:r>
            <a:r>
              <a:rPr b="1" lang="en" sz="2400">
                <a:solidFill>
                  <a:schemeClr val="dk2"/>
                </a:solidFill>
              </a:rPr>
              <a:t>, Melissa hills</a:t>
            </a:r>
            <a:r>
              <a:rPr b="1" baseline="30000" lang="en" sz="2400">
                <a:solidFill>
                  <a:schemeClr val="dk2"/>
                </a:solidFill>
              </a:rPr>
              <a:t>3</a:t>
            </a:r>
            <a:r>
              <a:rPr b="1" lang="en" sz="2400">
                <a:solidFill>
                  <a:schemeClr val="dk2"/>
                </a:solidFill>
              </a:rPr>
              <a:t>, Dr. Richard Leinecker</a:t>
            </a:r>
            <a:r>
              <a:rPr b="1" baseline="30000" lang="en" sz="2400">
                <a:solidFill>
                  <a:schemeClr val="dk2"/>
                </a:solidFill>
              </a:rPr>
              <a:t>1</a:t>
            </a:r>
            <a:endParaRPr b="1" baseline="30000" i="0" sz="2400" u="none" cap="none" strike="noStrike">
              <a:solidFill>
                <a:schemeClr val="dk2"/>
              </a:solidFill>
            </a:endParaRPr>
          </a:p>
        </p:txBody>
      </p:sp>
      <p:sp>
        <p:nvSpPr>
          <p:cNvPr id="65" name="Google Shape;65;p13"/>
          <p:cNvSpPr txBox="1"/>
          <p:nvPr/>
        </p:nvSpPr>
        <p:spPr>
          <a:xfrm>
            <a:off x="457200" y="3429000"/>
            <a:ext cx="9144000" cy="604500"/>
          </a:xfrm>
          <a:prstGeom prst="rect">
            <a:avLst/>
          </a:prstGeom>
          <a:solidFill>
            <a:srgbClr val="FFCA00"/>
          </a:solidFill>
          <a:ln cap="flat" cmpd="sng" w="9525">
            <a:solidFill>
              <a:schemeClr val="dk1"/>
            </a:solidFill>
            <a:prstDash val="solid"/>
            <a:miter lim="800000"/>
            <a:headEnd len="sm" w="sm" type="none"/>
            <a:tailEnd len="sm" w="sm" type="none"/>
          </a:ln>
        </p:spPr>
        <p:txBody>
          <a:bodyPr anchorCtr="0" anchor="t" bIns="24950" lIns="49900" spcFirstLastPara="1" rIns="49900" wrap="square" tIns="24950">
            <a:spAutoFit/>
          </a:bodyPr>
          <a:lstStyle/>
          <a:p>
            <a:pPr indent="0" lvl="0" marL="0" marR="0" rtl="0" algn="ctr">
              <a:lnSpc>
                <a:spcPct val="100000"/>
              </a:lnSpc>
              <a:spcBef>
                <a:spcPts val="0"/>
              </a:spcBef>
              <a:spcAft>
                <a:spcPts val="0"/>
              </a:spcAft>
              <a:buClr>
                <a:srgbClr val="FFFFFF"/>
              </a:buClr>
              <a:buSzPts val="500"/>
              <a:buFont typeface="Verdana"/>
              <a:buNone/>
            </a:pPr>
            <a:r>
              <a:rPr b="1" i="0" lang="en" sz="3600" u="none" cap="none" strike="noStrike">
                <a:solidFill>
                  <a:schemeClr val="dk1"/>
                </a:solidFill>
                <a:latin typeface="Verdana"/>
                <a:ea typeface="Verdana"/>
                <a:cs typeface="Verdana"/>
                <a:sym typeface="Verdana"/>
              </a:rPr>
              <a:t>Introduction</a:t>
            </a:r>
            <a:endParaRPr b="1" i="0" sz="3600" u="none" cap="none" strike="noStrike">
              <a:solidFill>
                <a:schemeClr val="dk1"/>
              </a:solidFill>
              <a:latin typeface="Verdana"/>
              <a:ea typeface="Verdana"/>
              <a:cs typeface="Verdana"/>
              <a:sym typeface="Verdana"/>
            </a:endParaRPr>
          </a:p>
        </p:txBody>
      </p:sp>
      <p:sp>
        <p:nvSpPr>
          <p:cNvPr id="66" name="Google Shape;66;p13"/>
          <p:cNvSpPr txBox="1"/>
          <p:nvPr/>
        </p:nvSpPr>
        <p:spPr>
          <a:xfrm>
            <a:off x="9829800" y="3429000"/>
            <a:ext cx="13258800" cy="604500"/>
          </a:xfrm>
          <a:prstGeom prst="rect">
            <a:avLst/>
          </a:prstGeom>
          <a:solidFill>
            <a:srgbClr val="FFCA00"/>
          </a:solidFill>
          <a:ln cap="flat" cmpd="sng" w="9525">
            <a:solidFill>
              <a:schemeClr val="dk1"/>
            </a:solidFill>
            <a:prstDash val="solid"/>
            <a:miter lim="800000"/>
            <a:headEnd len="sm" w="sm" type="none"/>
            <a:tailEnd len="sm" w="sm" type="none"/>
          </a:ln>
        </p:spPr>
        <p:txBody>
          <a:bodyPr anchorCtr="0" anchor="t" bIns="24950" lIns="49900" spcFirstLastPara="1" rIns="49900" wrap="square" tIns="24950">
            <a:spAutoFit/>
          </a:bodyPr>
          <a:lstStyle/>
          <a:p>
            <a:pPr indent="0" lvl="0" marL="0" marR="0" rtl="0" algn="ctr">
              <a:lnSpc>
                <a:spcPct val="100000"/>
              </a:lnSpc>
              <a:spcBef>
                <a:spcPts val="0"/>
              </a:spcBef>
              <a:spcAft>
                <a:spcPts val="0"/>
              </a:spcAft>
              <a:buClr>
                <a:srgbClr val="FFFFFF"/>
              </a:buClr>
              <a:buSzPts val="500"/>
              <a:buFont typeface="Verdana"/>
              <a:buNone/>
            </a:pPr>
            <a:r>
              <a:rPr b="1" lang="en" sz="3600">
                <a:solidFill>
                  <a:schemeClr val="dk1"/>
                </a:solidFill>
                <a:latin typeface="Verdana"/>
                <a:ea typeface="Verdana"/>
                <a:cs typeface="Verdana"/>
                <a:sym typeface="Verdana"/>
              </a:rPr>
              <a:t>OpenEvolve Architecture</a:t>
            </a:r>
            <a:endParaRPr b="0" i="0" sz="3600" u="none" cap="none" strike="noStrike">
              <a:solidFill>
                <a:schemeClr val="dk1"/>
              </a:solidFill>
              <a:latin typeface="Arial"/>
              <a:ea typeface="Arial"/>
              <a:cs typeface="Arial"/>
              <a:sym typeface="Arial"/>
            </a:endParaRPr>
          </a:p>
        </p:txBody>
      </p:sp>
      <p:sp>
        <p:nvSpPr>
          <p:cNvPr id="67" name="Google Shape;67;p13"/>
          <p:cNvSpPr txBox="1"/>
          <p:nvPr/>
        </p:nvSpPr>
        <p:spPr>
          <a:xfrm>
            <a:off x="23317200" y="3429000"/>
            <a:ext cx="9144000" cy="604500"/>
          </a:xfrm>
          <a:prstGeom prst="rect">
            <a:avLst/>
          </a:prstGeom>
          <a:solidFill>
            <a:srgbClr val="FFCA00"/>
          </a:solidFill>
          <a:ln cap="flat" cmpd="sng" w="9525">
            <a:solidFill>
              <a:schemeClr val="dk1"/>
            </a:solidFill>
            <a:prstDash val="solid"/>
            <a:miter lim="800000"/>
            <a:headEnd len="sm" w="sm" type="none"/>
            <a:tailEnd len="sm" w="sm" type="none"/>
          </a:ln>
        </p:spPr>
        <p:txBody>
          <a:bodyPr anchorCtr="0" anchor="t" bIns="24950" lIns="49900" spcFirstLastPara="1" rIns="49900" wrap="square" tIns="24950">
            <a:spAutoFit/>
          </a:bodyPr>
          <a:lstStyle/>
          <a:p>
            <a:pPr indent="0" lvl="0" marL="0" marR="0" rtl="0" algn="ctr">
              <a:lnSpc>
                <a:spcPct val="100000"/>
              </a:lnSpc>
              <a:spcBef>
                <a:spcPts val="0"/>
              </a:spcBef>
              <a:spcAft>
                <a:spcPts val="0"/>
              </a:spcAft>
              <a:buClr>
                <a:srgbClr val="FFFFFF"/>
              </a:buClr>
              <a:buSzPts val="500"/>
              <a:buFont typeface="Verdana"/>
              <a:buNone/>
            </a:pPr>
            <a:r>
              <a:rPr b="1" i="0" lang="en" sz="3600" u="none" cap="none" strike="noStrike">
                <a:solidFill>
                  <a:schemeClr val="dk1"/>
                </a:solidFill>
                <a:latin typeface="Verdana"/>
                <a:ea typeface="Verdana"/>
                <a:cs typeface="Verdana"/>
                <a:sym typeface="Verdana"/>
              </a:rPr>
              <a:t>Conclusions</a:t>
            </a:r>
            <a:endParaRPr b="1" i="0" sz="3600" u="none" cap="none" strike="noStrike">
              <a:solidFill>
                <a:schemeClr val="dk1"/>
              </a:solidFill>
              <a:latin typeface="Verdana"/>
              <a:ea typeface="Verdana"/>
              <a:cs typeface="Verdana"/>
              <a:sym typeface="Verdana"/>
            </a:endParaRPr>
          </a:p>
        </p:txBody>
      </p:sp>
      <p:sp>
        <p:nvSpPr>
          <p:cNvPr id="68" name="Google Shape;68;p13"/>
          <p:cNvSpPr txBox="1"/>
          <p:nvPr/>
        </p:nvSpPr>
        <p:spPr>
          <a:xfrm>
            <a:off x="457200" y="9738028"/>
            <a:ext cx="9144000" cy="604500"/>
          </a:xfrm>
          <a:prstGeom prst="rect">
            <a:avLst/>
          </a:prstGeom>
          <a:solidFill>
            <a:srgbClr val="FFCA00"/>
          </a:solidFill>
          <a:ln cap="flat" cmpd="sng" w="9525">
            <a:solidFill>
              <a:srgbClr val="6600CC"/>
            </a:solidFill>
            <a:prstDash val="solid"/>
            <a:miter lim="800000"/>
            <a:headEnd len="sm" w="sm" type="none"/>
            <a:tailEnd len="sm" w="sm" type="none"/>
          </a:ln>
        </p:spPr>
        <p:txBody>
          <a:bodyPr anchorCtr="0" anchor="t" bIns="24950" lIns="49900" spcFirstLastPara="1" rIns="49900" wrap="square" tIns="24950">
            <a:spAutoFit/>
          </a:bodyPr>
          <a:lstStyle/>
          <a:p>
            <a:pPr indent="0" lvl="0" marL="0" marR="0" rtl="0" algn="ctr">
              <a:lnSpc>
                <a:spcPct val="100000"/>
              </a:lnSpc>
              <a:spcBef>
                <a:spcPts val="0"/>
              </a:spcBef>
              <a:spcAft>
                <a:spcPts val="0"/>
              </a:spcAft>
              <a:buClr>
                <a:srgbClr val="FFFFFF"/>
              </a:buClr>
              <a:buSzPts val="500"/>
              <a:buFont typeface="Verdana"/>
              <a:buNone/>
            </a:pPr>
            <a:r>
              <a:rPr b="1" lang="en" sz="3600">
                <a:solidFill>
                  <a:schemeClr val="dk1"/>
                </a:solidFill>
                <a:latin typeface="Verdana"/>
                <a:ea typeface="Verdana"/>
                <a:cs typeface="Verdana"/>
                <a:sym typeface="Verdana"/>
              </a:rPr>
              <a:t>Benchmarking </a:t>
            </a:r>
            <a:r>
              <a:rPr b="1" i="0" lang="en" sz="3600" u="none" cap="none" strike="noStrike">
                <a:solidFill>
                  <a:schemeClr val="dk1"/>
                </a:solidFill>
                <a:latin typeface="Verdana"/>
                <a:ea typeface="Verdana"/>
                <a:cs typeface="Verdana"/>
                <a:sym typeface="Verdana"/>
              </a:rPr>
              <a:t>Metho</a:t>
            </a:r>
            <a:r>
              <a:rPr b="1" lang="en" sz="3600">
                <a:solidFill>
                  <a:schemeClr val="dk1"/>
                </a:solidFill>
                <a:latin typeface="Verdana"/>
                <a:ea typeface="Verdana"/>
                <a:cs typeface="Verdana"/>
                <a:sym typeface="Verdana"/>
              </a:rPr>
              <a:t>dology</a:t>
            </a:r>
            <a:endParaRPr b="1" i="0" sz="3600" u="none" cap="none" strike="noStrike">
              <a:solidFill>
                <a:schemeClr val="dk1"/>
              </a:solidFill>
              <a:latin typeface="Verdana"/>
              <a:ea typeface="Verdana"/>
              <a:cs typeface="Verdana"/>
              <a:sym typeface="Verdana"/>
            </a:endParaRPr>
          </a:p>
        </p:txBody>
      </p:sp>
      <p:sp>
        <p:nvSpPr>
          <p:cNvPr id="69" name="Google Shape;69;p13"/>
          <p:cNvSpPr txBox="1"/>
          <p:nvPr/>
        </p:nvSpPr>
        <p:spPr>
          <a:xfrm>
            <a:off x="33693543" y="2284900"/>
            <a:ext cx="11465100" cy="2469900"/>
          </a:xfrm>
          <a:prstGeom prst="rect">
            <a:avLst/>
          </a:prstGeom>
          <a:noFill/>
          <a:ln>
            <a:noFill/>
          </a:ln>
        </p:spPr>
        <p:txBody>
          <a:bodyPr anchorCtr="0" anchor="t" bIns="70175" lIns="70175" spcFirstLastPara="1" rIns="70175" wrap="square" tIns="70175">
            <a:noAutofit/>
          </a:bodyPr>
          <a:lstStyle/>
          <a:p>
            <a:pPr indent="0" lvl="0" marL="0" marR="0" rtl="0" algn="l">
              <a:lnSpc>
                <a:spcPct val="100000"/>
              </a:lnSpc>
              <a:spcBef>
                <a:spcPts val="0"/>
              </a:spcBef>
              <a:spcAft>
                <a:spcPts val="0"/>
              </a:spcAft>
              <a:buClr>
                <a:srgbClr val="000000"/>
              </a:buClr>
              <a:buSzPts val="7000"/>
              <a:buFont typeface="Arial"/>
              <a:buNone/>
            </a:pPr>
            <a:r>
              <a:rPr b="0" i="0" lang="en" sz="7000" u="none" cap="none" strike="noStrike">
                <a:solidFill>
                  <a:schemeClr val="dk2"/>
                </a:solidFill>
                <a:latin typeface="Arial"/>
                <a:ea typeface="Arial"/>
                <a:cs typeface="Arial"/>
                <a:sym typeface="Arial"/>
              </a:rPr>
              <a:t>Include some bleed on the outside of your poster. Check with where you’re getting it printed (probably CopyTech) to see the print preview. This template uses .25 inches.</a:t>
            </a:r>
            <a:endParaRPr b="0" i="0" sz="7000" u="none" cap="none" strike="noStrike">
              <a:solidFill>
                <a:schemeClr val="dk2"/>
              </a:solidFill>
              <a:latin typeface="Arial"/>
              <a:ea typeface="Arial"/>
              <a:cs typeface="Arial"/>
              <a:sym typeface="Arial"/>
            </a:endParaRPr>
          </a:p>
        </p:txBody>
      </p:sp>
      <p:sp>
        <p:nvSpPr>
          <p:cNvPr id="70" name="Google Shape;70;p13"/>
          <p:cNvSpPr txBox="1"/>
          <p:nvPr/>
        </p:nvSpPr>
        <p:spPr>
          <a:xfrm>
            <a:off x="23317300" y="12832418"/>
            <a:ext cx="9144000" cy="604500"/>
          </a:xfrm>
          <a:prstGeom prst="rect">
            <a:avLst/>
          </a:prstGeom>
          <a:solidFill>
            <a:srgbClr val="FFCA00"/>
          </a:solidFill>
          <a:ln cap="flat" cmpd="sng" w="9525">
            <a:solidFill>
              <a:schemeClr val="dk1"/>
            </a:solidFill>
            <a:prstDash val="solid"/>
            <a:miter lim="800000"/>
            <a:headEnd len="sm" w="sm" type="none"/>
            <a:tailEnd len="sm" w="sm" type="none"/>
          </a:ln>
        </p:spPr>
        <p:txBody>
          <a:bodyPr anchorCtr="0" anchor="t" bIns="24950" lIns="49900" spcFirstLastPara="1" rIns="49900" wrap="square" tIns="24950">
            <a:spAutoFit/>
          </a:bodyPr>
          <a:lstStyle/>
          <a:p>
            <a:pPr indent="0" lvl="0" marL="0" marR="0" rtl="0" algn="ctr">
              <a:lnSpc>
                <a:spcPct val="100000"/>
              </a:lnSpc>
              <a:spcBef>
                <a:spcPts val="0"/>
              </a:spcBef>
              <a:spcAft>
                <a:spcPts val="0"/>
              </a:spcAft>
              <a:buClr>
                <a:srgbClr val="FFFFFF"/>
              </a:buClr>
              <a:buSzPts val="500"/>
              <a:buFont typeface="Verdana"/>
              <a:buNone/>
            </a:pPr>
            <a:r>
              <a:rPr b="1" i="0" lang="en" sz="3600" u="none" cap="none" strike="noStrike">
                <a:solidFill>
                  <a:schemeClr val="dk1"/>
                </a:solidFill>
                <a:latin typeface="Verdana"/>
                <a:ea typeface="Verdana"/>
                <a:cs typeface="Verdana"/>
                <a:sym typeface="Verdana"/>
              </a:rPr>
              <a:t>Future Work</a:t>
            </a:r>
            <a:endParaRPr b="1" i="0" sz="3600" u="none" cap="none" strike="noStrike">
              <a:solidFill>
                <a:schemeClr val="dk1"/>
              </a:solidFill>
              <a:latin typeface="Verdana"/>
              <a:ea typeface="Verdana"/>
              <a:cs typeface="Verdana"/>
              <a:sym typeface="Verdana"/>
            </a:endParaRPr>
          </a:p>
        </p:txBody>
      </p:sp>
      <p:sp>
        <p:nvSpPr>
          <p:cNvPr id="71" name="Google Shape;71;p13"/>
          <p:cNvSpPr txBox="1"/>
          <p:nvPr/>
        </p:nvSpPr>
        <p:spPr>
          <a:xfrm>
            <a:off x="23317200" y="17003870"/>
            <a:ext cx="9144000" cy="604500"/>
          </a:xfrm>
          <a:prstGeom prst="rect">
            <a:avLst/>
          </a:prstGeom>
          <a:solidFill>
            <a:srgbClr val="FFCA00"/>
          </a:solidFill>
          <a:ln cap="flat" cmpd="sng" w="9525">
            <a:solidFill>
              <a:srgbClr val="6600CC"/>
            </a:solidFill>
            <a:prstDash val="solid"/>
            <a:miter lim="800000"/>
            <a:headEnd len="sm" w="sm" type="none"/>
            <a:tailEnd len="sm" w="sm" type="none"/>
          </a:ln>
        </p:spPr>
        <p:txBody>
          <a:bodyPr anchorCtr="0" anchor="t" bIns="24950" lIns="49900" spcFirstLastPara="1" rIns="49900" wrap="square" tIns="24950">
            <a:spAutoFit/>
          </a:bodyPr>
          <a:lstStyle/>
          <a:p>
            <a:pPr indent="0" lvl="0" marL="0" marR="0" rtl="0" algn="ctr">
              <a:lnSpc>
                <a:spcPct val="100000"/>
              </a:lnSpc>
              <a:spcBef>
                <a:spcPts val="0"/>
              </a:spcBef>
              <a:spcAft>
                <a:spcPts val="0"/>
              </a:spcAft>
              <a:buClr>
                <a:srgbClr val="FFFFFF"/>
              </a:buClr>
              <a:buSzPts val="500"/>
              <a:buFont typeface="Verdana"/>
              <a:buNone/>
            </a:pPr>
            <a:r>
              <a:rPr b="1" i="0" lang="en" sz="3600" u="none" cap="none" strike="noStrike">
                <a:solidFill>
                  <a:schemeClr val="dk1"/>
                </a:solidFill>
                <a:latin typeface="Verdana"/>
                <a:ea typeface="Verdana"/>
                <a:cs typeface="Verdana"/>
                <a:sym typeface="Verdana"/>
              </a:rPr>
              <a:t>References</a:t>
            </a:r>
            <a:endParaRPr b="1" i="0" sz="3600" u="none" cap="none" strike="noStrike">
              <a:solidFill>
                <a:schemeClr val="dk1"/>
              </a:solidFill>
              <a:latin typeface="Verdana"/>
              <a:ea typeface="Verdana"/>
              <a:cs typeface="Verdana"/>
              <a:sym typeface="Verdana"/>
            </a:endParaRPr>
          </a:p>
        </p:txBody>
      </p:sp>
      <p:sp>
        <p:nvSpPr>
          <p:cNvPr id="72" name="Google Shape;72;p13"/>
          <p:cNvSpPr txBox="1"/>
          <p:nvPr/>
        </p:nvSpPr>
        <p:spPr>
          <a:xfrm>
            <a:off x="23316900" y="17668820"/>
            <a:ext cx="9144000" cy="3780600"/>
          </a:xfrm>
          <a:prstGeom prst="rect">
            <a:avLst/>
          </a:prstGeom>
          <a:noFill/>
          <a:ln>
            <a:noFill/>
          </a:ln>
        </p:spPr>
        <p:txBody>
          <a:bodyPr anchorCtr="0" anchor="t" bIns="70175" lIns="70175" spcFirstLastPara="1" rIns="70175" wrap="square" tIns="70175">
            <a:noAutofit/>
          </a:bodyPr>
          <a:lstStyle/>
          <a:p>
            <a:pPr indent="0" lvl="0" marL="0" marR="0" rtl="0" algn="l">
              <a:lnSpc>
                <a:spcPct val="100000"/>
              </a:lnSpc>
              <a:spcBef>
                <a:spcPts val="0"/>
              </a:spcBef>
              <a:spcAft>
                <a:spcPts val="0"/>
              </a:spcAft>
              <a:buClr>
                <a:srgbClr val="000000"/>
              </a:buClr>
              <a:buSzPts val="3600"/>
              <a:buFont typeface="Arial"/>
              <a:buNone/>
            </a:pPr>
            <a:r>
              <a:rPr lang="en" sz="2200">
                <a:solidFill>
                  <a:schemeClr val="dk1"/>
                </a:solidFill>
              </a:rPr>
              <a:t>[1] Sharma, A. (2025). </a:t>
            </a:r>
            <a:r>
              <a:rPr i="1" lang="en" sz="2200">
                <a:solidFill>
                  <a:schemeClr val="dk1"/>
                </a:solidFill>
              </a:rPr>
              <a:t>OpenEvolve: An open-source evolutionary coding agent</a:t>
            </a:r>
            <a:r>
              <a:rPr lang="en" sz="2200">
                <a:solidFill>
                  <a:schemeClr val="dk1"/>
                </a:solidFill>
              </a:rPr>
              <a:t> [Software]. GitHub.</a:t>
            </a:r>
            <a:r>
              <a:rPr lang="en" sz="2200">
                <a:solidFill>
                  <a:schemeClr val="dk1"/>
                </a:solidFill>
                <a:uFill>
                  <a:noFill/>
                </a:uFill>
                <a:hlinkClick r:id="rId3">
                  <a:extLst>
                    <a:ext uri="{A12FA001-AC4F-418D-AE19-62706E023703}">
                      <ahyp:hlinkClr val="tx"/>
                    </a:ext>
                  </a:extLst>
                </a:hlinkClick>
              </a:rPr>
              <a:t> </a:t>
            </a:r>
            <a:r>
              <a:rPr lang="en" sz="2200" u="sng">
                <a:solidFill>
                  <a:schemeClr val="hlink"/>
                </a:solidFill>
                <a:hlinkClick r:id="rId4"/>
              </a:rPr>
              <a:t>https://github.com/algorithmicsuperintelligence/openevolve</a:t>
            </a:r>
            <a:endParaRPr sz="2200">
              <a:solidFill>
                <a:schemeClr val="dk2"/>
              </a:solidFill>
            </a:endParaRPr>
          </a:p>
          <a:p>
            <a:pPr indent="0" lvl="0" marL="0" marR="0" rtl="0" algn="l">
              <a:lnSpc>
                <a:spcPct val="100000"/>
              </a:lnSpc>
              <a:spcBef>
                <a:spcPts val="0"/>
              </a:spcBef>
              <a:spcAft>
                <a:spcPts val="0"/>
              </a:spcAft>
              <a:buClr>
                <a:srgbClr val="000000"/>
              </a:buClr>
              <a:buSzPts val="3600"/>
              <a:buFont typeface="Arial"/>
              <a:buNone/>
            </a:pPr>
            <a:r>
              <a:rPr lang="en" sz="2200">
                <a:solidFill>
                  <a:schemeClr val="dk1"/>
                </a:solidFill>
              </a:rPr>
              <a:t>[2] Shojaee, P., Nguyen, N.-H., Meidani, K., Farimani, A. B., Doan, K. D., &amp; Reddy, C. K. (2025). </a:t>
            </a:r>
            <a:r>
              <a:rPr i="1" lang="en" sz="2200">
                <a:solidFill>
                  <a:schemeClr val="dk1"/>
                </a:solidFill>
              </a:rPr>
              <a:t>LLM-SRBench: A new benchmark for scientific equation discovery with large language models</a:t>
            </a:r>
            <a:r>
              <a:rPr lang="en" sz="2200">
                <a:solidFill>
                  <a:schemeClr val="dk1"/>
                </a:solidFill>
              </a:rPr>
              <a:t>. arXiv.</a:t>
            </a:r>
            <a:endParaRPr sz="2200">
              <a:solidFill>
                <a:schemeClr val="dk1"/>
              </a:solidFill>
            </a:endParaRPr>
          </a:p>
          <a:p>
            <a:pPr indent="0" lvl="0" marL="0" marR="0" rtl="0" algn="l">
              <a:lnSpc>
                <a:spcPct val="100000"/>
              </a:lnSpc>
              <a:spcBef>
                <a:spcPts val="0"/>
              </a:spcBef>
              <a:spcAft>
                <a:spcPts val="0"/>
              </a:spcAft>
              <a:buClr>
                <a:srgbClr val="000000"/>
              </a:buClr>
              <a:buSzPts val="3600"/>
              <a:buFont typeface="Arial"/>
              <a:buNone/>
            </a:pPr>
            <a:r>
              <a:rPr lang="en" sz="2200">
                <a:solidFill>
                  <a:schemeClr val="dk1"/>
                </a:solidFill>
              </a:rPr>
              <a:t>[3] Caves, L., Puchner, M., Stivi, B., Lundin, G., &amp; Smith, C. </a:t>
            </a:r>
            <a:r>
              <a:rPr i="1" lang="en" sz="2200">
                <a:solidFill>
                  <a:schemeClr val="dk1"/>
                </a:solidFill>
              </a:rPr>
              <a:t>(n.d.).</a:t>
            </a:r>
            <a:r>
              <a:rPr lang="en" sz="2200">
                <a:solidFill>
                  <a:schemeClr val="dk1"/>
                </a:solidFill>
              </a:rPr>
              <a:t> </a:t>
            </a:r>
            <a:r>
              <a:rPr i="1" lang="en" sz="2200">
                <a:solidFill>
                  <a:schemeClr val="dk1"/>
                </a:solidFill>
              </a:rPr>
              <a:t>Benchmarking and evaluating uncorrelated track processing: Common task framework at the SDA TAP Lab</a:t>
            </a:r>
            <a:r>
              <a:rPr lang="en" sz="2200">
                <a:solidFill>
                  <a:schemeClr val="dk1"/>
                </a:solidFill>
              </a:rPr>
              <a:t>.</a:t>
            </a:r>
            <a:endParaRPr sz="2200">
              <a:solidFill>
                <a:schemeClr val="dk1"/>
              </a:solidFill>
            </a:endParaRPr>
          </a:p>
          <a:p>
            <a:pPr indent="0" lvl="0" marL="0" marR="0" rtl="0" algn="l">
              <a:lnSpc>
                <a:spcPct val="100000"/>
              </a:lnSpc>
              <a:spcBef>
                <a:spcPts val="0"/>
              </a:spcBef>
              <a:spcAft>
                <a:spcPts val="0"/>
              </a:spcAft>
              <a:buClr>
                <a:srgbClr val="000000"/>
              </a:buClr>
              <a:buSzPts val="3600"/>
              <a:buFont typeface="Arial"/>
              <a:buNone/>
            </a:pPr>
            <a:r>
              <a:rPr lang="en" sz="2200">
                <a:solidFill>
                  <a:schemeClr val="dk1"/>
                </a:solidFill>
              </a:rPr>
              <a:t>[4] Oh, S., Russell, S., &amp; Sastry, S. (2005). </a:t>
            </a:r>
            <a:r>
              <a:rPr i="1" lang="en" sz="2200">
                <a:solidFill>
                  <a:schemeClr val="dk1"/>
                </a:solidFill>
              </a:rPr>
              <a:t>Markov chain Monte Carlo data association for multiple-target tracking</a:t>
            </a:r>
            <a:r>
              <a:rPr lang="en" sz="2200">
                <a:solidFill>
                  <a:schemeClr val="dk1"/>
                </a:solidFill>
              </a:rPr>
              <a:t>.</a:t>
            </a:r>
            <a:endParaRPr sz="2200">
              <a:solidFill>
                <a:schemeClr val="dk1"/>
              </a:solidFill>
            </a:endParaRPr>
          </a:p>
        </p:txBody>
      </p:sp>
      <p:sp>
        <p:nvSpPr>
          <p:cNvPr id="73" name="Google Shape;73;p13"/>
          <p:cNvSpPr txBox="1"/>
          <p:nvPr/>
        </p:nvSpPr>
        <p:spPr>
          <a:xfrm>
            <a:off x="33790750" y="11988231"/>
            <a:ext cx="11270700" cy="5537700"/>
          </a:xfrm>
          <a:prstGeom prst="rect">
            <a:avLst/>
          </a:prstGeom>
          <a:noFill/>
          <a:ln>
            <a:noFill/>
          </a:ln>
        </p:spPr>
        <p:txBody>
          <a:bodyPr anchorCtr="0" anchor="t" bIns="70175" lIns="70175" spcFirstLastPara="1" rIns="70175" wrap="square" tIns="70175">
            <a:noAutofit/>
          </a:bodyPr>
          <a:lstStyle/>
          <a:p>
            <a:pPr indent="0" lvl="0" marL="0" marR="0" rtl="0" algn="l">
              <a:lnSpc>
                <a:spcPct val="100000"/>
              </a:lnSpc>
              <a:spcBef>
                <a:spcPts val="0"/>
              </a:spcBef>
              <a:spcAft>
                <a:spcPts val="0"/>
              </a:spcAft>
              <a:buClr>
                <a:srgbClr val="000000"/>
              </a:buClr>
              <a:buSzPts val="7000"/>
              <a:buFont typeface="Arial"/>
              <a:buNone/>
            </a:pPr>
            <a:r>
              <a:rPr b="0" i="0" lang="en" sz="7000" u="none" cap="none" strike="noStrike">
                <a:solidFill>
                  <a:schemeClr val="dk2"/>
                </a:solidFill>
                <a:latin typeface="Arial"/>
                <a:ea typeface="Arial"/>
                <a:cs typeface="Arial"/>
                <a:sym typeface="Arial"/>
              </a:rPr>
              <a:t>Sections can be given more unique titles if you want, but should embody these categories. </a:t>
            </a:r>
            <a:endParaRPr b="0" i="0" sz="7000" u="none" cap="none" strike="noStrike">
              <a:solidFill>
                <a:schemeClr val="dk2"/>
              </a:solidFill>
              <a:latin typeface="Arial"/>
              <a:ea typeface="Arial"/>
              <a:cs typeface="Arial"/>
              <a:sym typeface="Arial"/>
            </a:endParaRPr>
          </a:p>
        </p:txBody>
      </p:sp>
      <p:sp>
        <p:nvSpPr>
          <p:cNvPr id="74" name="Google Shape;74;p13"/>
          <p:cNvSpPr txBox="1"/>
          <p:nvPr/>
        </p:nvSpPr>
        <p:spPr>
          <a:xfrm>
            <a:off x="-11235000" y="5364350"/>
            <a:ext cx="10741800" cy="2469900"/>
          </a:xfrm>
          <a:prstGeom prst="rect">
            <a:avLst/>
          </a:prstGeom>
          <a:noFill/>
          <a:ln>
            <a:noFill/>
          </a:ln>
        </p:spPr>
        <p:txBody>
          <a:bodyPr anchorCtr="0" anchor="t" bIns="70175" lIns="70175" spcFirstLastPara="1" rIns="70175" wrap="square" tIns="70175">
            <a:noAutofit/>
          </a:bodyPr>
          <a:lstStyle/>
          <a:p>
            <a:pPr indent="0" lvl="0" marL="0" marR="0" rtl="0" algn="l">
              <a:lnSpc>
                <a:spcPct val="100000"/>
              </a:lnSpc>
              <a:spcBef>
                <a:spcPts val="0"/>
              </a:spcBef>
              <a:spcAft>
                <a:spcPts val="0"/>
              </a:spcAft>
              <a:buClr>
                <a:srgbClr val="000000"/>
              </a:buClr>
              <a:buSzPts val="7000"/>
              <a:buFont typeface="Arial"/>
              <a:buNone/>
            </a:pPr>
            <a:r>
              <a:rPr b="0" i="0" lang="en" sz="7000" u="none" cap="none" strike="noStrike">
                <a:solidFill>
                  <a:schemeClr val="dk2"/>
                </a:solidFill>
                <a:latin typeface="Arial"/>
                <a:ea typeface="Arial"/>
                <a:cs typeface="Arial"/>
                <a:sym typeface="Arial"/>
              </a:rPr>
              <a:t>Prioritize </a:t>
            </a:r>
            <a:r>
              <a:rPr b="1" i="0" lang="en" sz="7000" u="none" cap="none" strike="noStrike">
                <a:solidFill>
                  <a:schemeClr val="dk2"/>
                </a:solidFill>
                <a:latin typeface="Arial"/>
                <a:ea typeface="Arial"/>
                <a:cs typeface="Arial"/>
                <a:sym typeface="Arial"/>
              </a:rPr>
              <a:t>diagrams, equations, graphs, etc </a:t>
            </a:r>
            <a:r>
              <a:rPr b="0" i="0" lang="en" sz="7000" u="none" cap="none" strike="noStrike">
                <a:solidFill>
                  <a:schemeClr val="dk2"/>
                </a:solidFill>
                <a:latin typeface="Arial"/>
                <a:ea typeface="Arial"/>
                <a:cs typeface="Arial"/>
                <a:sym typeface="Arial"/>
              </a:rPr>
              <a:t>over text. The exact size and number here are just for demonstration.</a:t>
            </a:r>
            <a:endParaRPr b="0" i="0" sz="7000" u="none" cap="none" strike="noStrike">
              <a:solidFill>
                <a:schemeClr val="dk2"/>
              </a:solidFill>
              <a:latin typeface="Arial"/>
              <a:ea typeface="Arial"/>
              <a:cs typeface="Arial"/>
              <a:sym typeface="Arial"/>
            </a:endParaRPr>
          </a:p>
        </p:txBody>
      </p:sp>
      <p:sp>
        <p:nvSpPr>
          <p:cNvPr id="75" name="Google Shape;75;p13"/>
          <p:cNvSpPr txBox="1"/>
          <p:nvPr/>
        </p:nvSpPr>
        <p:spPr>
          <a:xfrm>
            <a:off x="-11235000" y="11545200"/>
            <a:ext cx="10741800" cy="9828000"/>
          </a:xfrm>
          <a:prstGeom prst="rect">
            <a:avLst/>
          </a:prstGeom>
          <a:noFill/>
          <a:ln>
            <a:noFill/>
          </a:ln>
        </p:spPr>
        <p:txBody>
          <a:bodyPr anchorCtr="0" anchor="t" bIns="70175" lIns="70175" spcFirstLastPara="1" rIns="70175" wrap="square" tIns="70175">
            <a:noAutofit/>
          </a:bodyPr>
          <a:lstStyle/>
          <a:p>
            <a:pPr indent="0" lvl="0" marL="0" marR="0" rtl="0" algn="l">
              <a:lnSpc>
                <a:spcPct val="100000"/>
              </a:lnSpc>
              <a:spcBef>
                <a:spcPts val="0"/>
              </a:spcBef>
              <a:spcAft>
                <a:spcPts val="0"/>
              </a:spcAft>
              <a:buClr>
                <a:srgbClr val="000000"/>
              </a:buClr>
              <a:buSzPts val="7000"/>
              <a:buFont typeface="Arial"/>
              <a:buNone/>
            </a:pPr>
            <a:r>
              <a:rPr b="0" i="0" lang="en" sz="7000" u="none" cap="none" strike="noStrike">
                <a:solidFill>
                  <a:schemeClr val="dk2"/>
                </a:solidFill>
                <a:latin typeface="Arial"/>
                <a:ea typeface="Arial"/>
                <a:cs typeface="Arial"/>
                <a:sym typeface="Arial"/>
              </a:rPr>
              <a:t>The ratio of methods to results may be different, depending on the structure of your thesis. </a:t>
            </a:r>
            <a:r>
              <a:rPr b="1" i="0" lang="en" sz="7000" u="none" cap="none" strike="noStrike">
                <a:solidFill>
                  <a:schemeClr val="dk2"/>
                </a:solidFill>
                <a:latin typeface="Arial"/>
                <a:ea typeface="Arial"/>
                <a:cs typeface="Arial"/>
                <a:sym typeface="Arial"/>
              </a:rPr>
              <a:t>The middle section should be the most important thing you have done!</a:t>
            </a:r>
            <a:endParaRPr b="0" i="0" sz="7000" u="none" cap="none" strike="noStrike">
              <a:solidFill>
                <a:schemeClr val="dk2"/>
              </a:solidFill>
              <a:latin typeface="Arial"/>
              <a:ea typeface="Arial"/>
              <a:cs typeface="Arial"/>
              <a:sym typeface="Arial"/>
            </a:endParaRPr>
          </a:p>
        </p:txBody>
      </p:sp>
      <p:sp>
        <p:nvSpPr>
          <p:cNvPr id="76" name="Google Shape;76;p13"/>
          <p:cNvSpPr txBox="1"/>
          <p:nvPr/>
        </p:nvSpPr>
        <p:spPr>
          <a:xfrm>
            <a:off x="18464802" y="4033491"/>
            <a:ext cx="4905900" cy="9144000"/>
          </a:xfrm>
          <a:prstGeom prst="rect">
            <a:avLst/>
          </a:prstGeom>
          <a:noFill/>
          <a:ln>
            <a:noFill/>
          </a:ln>
        </p:spPr>
        <p:txBody>
          <a:bodyPr anchorCtr="0" anchor="t" bIns="70175" lIns="70175" spcFirstLastPara="1" rIns="70175" wrap="square" tIns="70175">
            <a:noAutofit/>
          </a:bodyPr>
          <a:lstStyle/>
          <a:p>
            <a:pPr indent="0" lvl="0" marL="0" marR="0" rtl="0" algn="l">
              <a:lnSpc>
                <a:spcPct val="100000"/>
              </a:lnSpc>
              <a:spcBef>
                <a:spcPts val="0"/>
              </a:spcBef>
              <a:spcAft>
                <a:spcPts val="0"/>
              </a:spcAft>
              <a:buClr>
                <a:srgbClr val="000000"/>
              </a:buClr>
              <a:buSzPts val="3100"/>
              <a:buFont typeface="Arial"/>
              <a:buNone/>
            </a:pPr>
            <a:r>
              <a:rPr b="1" lang="en" sz="2400">
                <a:solidFill>
                  <a:schemeClr val="dk1"/>
                </a:solidFill>
              </a:rPr>
              <a:t>4 Main Components:</a:t>
            </a:r>
            <a:endParaRPr b="1" i="0" sz="2400" u="none" cap="none" strike="noStrike">
              <a:solidFill>
                <a:schemeClr val="dk1"/>
              </a:solidFill>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 sz="2400">
                <a:solidFill>
                  <a:srgbClr val="6600CC"/>
                </a:solidFill>
              </a:rPr>
              <a:t>• </a:t>
            </a:r>
            <a:r>
              <a:rPr b="1" lang="en" sz="2400">
                <a:solidFill>
                  <a:srgbClr val="6600CC"/>
                </a:solidFill>
              </a:rPr>
              <a:t>Controller Loop</a:t>
            </a:r>
            <a:r>
              <a:rPr lang="en" sz="2400">
                <a:solidFill>
                  <a:srgbClr val="6600CC"/>
                </a:solidFill>
              </a:rPr>
              <a:t>: </a:t>
            </a:r>
            <a:r>
              <a:rPr lang="en" sz="2400">
                <a:solidFill>
                  <a:schemeClr val="dk1"/>
                </a:solidFill>
              </a:rPr>
              <a:t>Orchestrates population management, parallel evaluations, and iteration Control.</a:t>
            </a:r>
            <a:endParaRPr sz="24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2400">
                <a:solidFill>
                  <a:srgbClr val="C24546"/>
                </a:solidFill>
              </a:rPr>
              <a:t>•</a:t>
            </a:r>
            <a:r>
              <a:rPr b="1" lang="en" sz="2400">
                <a:solidFill>
                  <a:srgbClr val="C24546"/>
                </a:solidFill>
              </a:rPr>
              <a:t> LLM Ensemble:</a:t>
            </a:r>
            <a:r>
              <a:rPr lang="en" sz="2400">
                <a:solidFill>
                  <a:srgbClr val="C24546"/>
                </a:solidFill>
              </a:rPr>
              <a:t> </a:t>
            </a:r>
            <a:r>
              <a:rPr lang="en" sz="2400">
                <a:solidFill>
                  <a:schemeClr val="dk1"/>
                </a:solidFill>
              </a:rPr>
              <a:t>Multiple language models (e.g., OpenAI, Gemini, Anthropic) operate as</a:t>
            </a:r>
            <a:endParaRPr sz="24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2400">
                <a:solidFill>
                  <a:schemeClr val="dk1"/>
                </a:solidFill>
              </a:rPr>
              <a:t>independent “islands.” They periodically exchange elite solutions to prevent premature</a:t>
            </a:r>
            <a:endParaRPr sz="24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2400">
                <a:solidFill>
                  <a:schemeClr val="dk1"/>
                </a:solidFill>
              </a:rPr>
              <a:t>convergence and encourage diversity.</a:t>
            </a:r>
            <a:endParaRPr sz="24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2400">
                <a:solidFill>
                  <a:srgbClr val="D06925"/>
                </a:solidFill>
              </a:rPr>
              <a:t>• </a:t>
            </a:r>
            <a:r>
              <a:rPr b="1" lang="en" sz="2400">
                <a:solidFill>
                  <a:srgbClr val="D06925"/>
                </a:solidFill>
              </a:rPr>
              <a:t>Evaluator:</a:t>
            </a:r>
            <a:r>
              <a:rPr lang="en" sz="2400">
                <a:solidFill>
                  <a:srgbClr val="D06925"/>
                </a:solidFill>
              </a:rPr>
              <a:t> </a:t>
            </a:r>
            <a:r>
              <a:rPr lang="en" sz="2400">
                <a:solidFill>
                  <a:schemeClr val="dk1"/>
                </a:solidFill>
              </a:rPr>
              <a:t>A user-defined Python script that scores each candidate program’s output. For this project, evaluators will measure regression accuracy or related tracking metrics relevant to UCTP.</a:t>
            </a:r>
            <a:endParaRPr sz="24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2400">
                <a:solidFill>
                  <a:srgbClr val="4C76B6"/>
                </a:solidFill>
              </a:rPr>
              <a:t>• </a:t>
            </a:r>
            <a:r>
              <a:rPr b="1" lang="en" sz="2400">
                <a:solidFill>
                  <a:srgbClr val="4C76B6"/>
                </a:solidFill>
              </a:rPr>
              <a:t>Database and Artifact Tracker:</a:t>
            </a:r>
            <a:r>
              <a:rPr lang="en" sz="2400">
                <a:solidFill>
                  <a:srgbClr val="0070C0"/>
                </a:solidFill>
              </a:rPr>
              <a:t> </a:t>
            </a:r>
            <a:r>
              <a:rPr lang="en" sz="2400">
                <a:solidFill>
                  <a:schemeClr val="dk1"/>
                </a:solidFill>
              </a:rPr>
              <a:t>Captures all source code versions, execution logs, and performance data to guarantee reproducibility across runs.</a:t>
            </a:r>
            <a:endParaRPr sz="2400">
              <a:solidFill>
                <a:schemeClr val="dk1"/>
              </a:solidFill>
            </a:endParaRPr>
          </a:p>
          <a:p>
            <a:pPr indent="0" lvl="0" marL="0" marR="0" rtl="0" algn="l">
              <a:lnSpc>
                <a:spcPct val="100000"/>
              </a:lnSpc>
              <a:spcBef>
                <a:spcPts val="0"/>
              </a:spcBef>
              <a:spcAft>
                <a:spcPts val="0"/>
              </a:spcAft>
              <a:buClr>
                <a:srgbClr val="000000"/>
              </a:buClr>
              <a:buSzPts val="2800"/>
              <a:buFont typeface="Arial"/>
              <a:buNone/>
            </a:pPr>
            <a:r>
              <a:t/>
            </a:r>
            <a:endParaRPr sz="2400">
              <a:solidFill>
                <a:schemeClr val="dk1"/>
              </a:solidFill>
            </a:endParaRPr>
          </a:p>
        </p:txBody>
      </p:sp>
      <p:sp>
        <p:nvSpPr>
          <p:cNvPr id="77" name="Google Shape;77;p13"/>
          <p:cNvSpPr txBox="1"/>
          <p:nvPr/>
        </p:nvSpPr>
        <p:spPr>
          <a:xfrm>
            <a:off x="23317300" y="13461912"/>
            <a:ext cx="9144000" cy="3515700"/>
          </a:xfrm>
          <a:prstGeom prst="rect">
            <a:avLst/>
          </a:prstGeom>
          <a:noFill/>
          <a:ln>
            <a:noFill/>
          </a:ln>
        </p:spPr>
        <p:txBody>
          <a:bodyPr anchorCtr="0" anchor="t" bIns="70175" lIns="70175" spcFirstLastPara="1" rIns="70175" wrap="square" tIns="70175">
            <a:noAutofit/>
          </a:bodyPr>
          <a:lstStyle/>
          <a:p>
            <a:pPr indent="-381000" lvl="0" marL="457200" marR="0" rtl="0" algn="l">
              <a:lnSpc>
                <a:spcPct val="100000"/>
              </a:lnSpc>
              <a:spcBef>
                <a:spcPts val="0"/>
              </a:spcBef>
              <a:spcAft>
                <a:spcPts val="0"/>
              </a:spcAft>
              <a:buClr>
                <a:schemeClr val="dk1"/>
              </a:buClr>
              <a:buSzPts val="2400"/>
              <a:buChar char="●"/>
            </a:pPr>
            <a:r>
              <a:rPr b="1" lang="en" sz="2400">
                <a:solidFill>
                  <a:schemeClr val="dk1"/>
                </a:solidFill>
              </a:rPr>
              <a:t>High Performance Computer Access:</a:t>
            </a:r>
            <a:endParaRPr b="1" i="0" sz="24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None/>
            </a:pPr>
            <a:r>
              <a:rPr lang="en" sz="2400">
                <a:solidFill>
                  <a:schemeClr val="dk1"/>
                </a:solidFill>
              </a:rPr>
              <a:t>UCTP programs were tested in simplified configurations due to hardware and token limits. HPC resources would enable larger-scale evaluation and localized LLM training.</a:t>
            </a:r>
            <a:endParaRPr sz="2400">
              <a:solidFill>
                <a:schemeClr val="dk1"/>
              </a:solidFill>
            </a:endParaRPr>
          </a:p>
          <a:p>
            <a:pPr indent="-381000" lvl="0" marL="457200" rtl="0" algn="l">
              <a:spcBef>
                <a:spcPts val="0"/>
              </a:spcBef>
              <a:spcAft>
                <a:spcPts val="0"/>
              </a:spcAft>
              <a:buClr>
                <a:schemeClr val="dk1"/>
              </a:buClr>
              <a:buSzPts val="2400"/>
              <a:buChar char="●"/>
            </a:pPr>
            <a:r>
              <a:rPr b="1" lang="en" sz="2400">
                <a:solidFill>
                  <a:schemeClr val="dk1"/>
                </a:solidFill>
              </a:rPr>
              <a:t>Integrating UCTP Benchmarking into OpenEvolve:</a:t>
            </a:r>
            <a:endParaRPr b="1" sz="2400">
              <a:solidFill>
                <a:schemeClr val="dk1"/>
              </a:solidFill>
            </a:endParaRPr>
          </a:p>
          <a:p>
            <a:pPr indent="0" lvl="0" marL="457200" rtl="0" algn="l">
              <a:spcBef>
                <a:spcPts val="0"/>
              </a:spcBef>
              <a:spcAft>
                <a:spcPts val="0"/>
              </a:spcAft>
              <a:buNone/>
            </a:pPr>
            <a:r>
              <a:rPr lang="en" sz="2400">
                <a:solidFill>
                  <a:schemeClr val="dk1"/>
                </a:solidFill>
              </a:rPr>
              <a:t>The viability of OpenEvolve for algorithm optimization works. Future plans should be learning how to integrate UCT defined metrics (state, residual, binary) to guide how algorithms are evolving in the future.</a:t>
            </a:r>
            <a:endParaRPr sz="2400">
              <a:solidFill>
                <a:schemeClr val="dk1"/>
              </a:solidFill>
            </a:endParaRPr>
          </a:p>
          <a:p>
            <a:pPr indent="0" lvl="0" marL="0" marR="0" rtl="0" algn="l">
              <a:lnSpc>
                <a:spcPct val="100000"/>
              </a:lnSpc>
              <a:spcBef>
                <a:spcPts val="0"/>
              </a:spcBef>
              <a:spcAft>
                <a:spcPts val="0"/>
              </a:spcAft>
              <a:buClr>
                <a:srgbClr val="000000"/>
              </a:buClr>
              <a:buSzPts val="2800"/>
              <a:buFont typeface="Arial"/>
              <a:buNone/>
            </a:pPr>
            <a:r>
              <a:t/>
            </a:r>
            <a:endParaRPr sz="2400">
              <a:solidFill>
                <a:schemeClr val="dk1"/>
              </a:solidFill>
            </a:endParaRPr>
          </a:p>
          <a:p>
            <a:pPr indent="0" lvl="0" marL="0" marR="0" rtl="0" algn="l">
              <a:lnSpc>
                <a:spcPct val="100000"/>
              </a:lnSpc>
              <a:spcBef>
                <a:spcPts val="0"/>
              </a:spcBef>
              <a:spcAft>
                <a:spcPts val="0"/>
              </a:spcAft>
              <a:buClr>
                <a:srgbClr val="000000"/>
              </a:buClr>
              <a:buSzPts val="2800"/>
              <a:buFont typeface="Arial"/>
              <a:buNone/>
            </a:pPr>
            <a:r>
              <a:t/>
            </a:r>
            <a:endParaRPr sz="2400">
              <a:solidFill>
                <a:schemeClr val="dk1"/>
              </a:solidFill>
            </a:endParaRPr>
          </a:p>
          <a:p>
            <a:pPr indent="0" lvl="0" marL="0" marR="0" rtl="0" algn="l">
              <a:lnSpc>
                <a:spcPct val="100000"/>
              </a:lnSpc>
              <a:spcBef>
                <a:spcPts val="0"/>
              </a:spcBef>
              <a:spcAft>
                <a:spcPts val="0"/>
              </a:spcAft>
              <a:buClr>
                <a:srgbClr val="000000"/>
              </a:buClr>
              <a:buSzPts val="2800"/>
              <a:buFont typeface="Arial"/>
              <a:buNone/>
            </a:pPr>
            <a:r>
              <a:t/>
            </a:r>
            <a:endParaRPr sz="2400">
              <a:solidFill>
                <a:schemeClr val="dk1"/>
              </a:solidFill>
            </a:endParaRPr>
          </a:p>
          <a:p>
            <a:pPr indent="0" lvl="0" marL="0" marR="0" rtl="0" algn="l">
              <a:lnSpc>
                <a:spcPct val="100000"/>
              </a:lnSpc>
              <a:spcBef>
                <a:spcPts val="0"/>
              </a:spcBef>
              <a:spcAft>
                <a:spcPts val="0"/>
              </a:spcAft>
              <a:buClr>
                <a:srgbClr val="000000"/>
              </a:buClr>
              <a:buSzPts val="2800"/>
              <a:buFont typeface="Arial"/>
              <a:buNone/>
            </a:pPr>
            <a:r>
              <a:t/>
            </a:r>
            <a:endParaRPr sz="2400">
              <a:solidFill>
                <a:schemeClr val="dk1"/>
              </a:solidFill>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Arial"/>
              <a:ea typeface="Arial"/>
              <a:cs typeface="Arial"/>
              <a:sym typeface="Arial"/>
            </a:endParaRPr>
          </a:p>
        </p:txBody>
      </p:sp>
      <p:pic>
        <p:nvPicPr>
          <p:cNvPr id="78" name="Google Shape;78;p13"/>
          <p:cNvPicPr preferRelativeResize="0"/>
          <p:nvPr/>
        </p:nvPicPr>
        <p:blipFill>
          <a:blip r:embed="rId5">
            <a:alphaModFix/>
          </a:blip>
          <a:stretch>
            <a:fillRect/>
          </a:stretch>
        </p:blipFill>
        <p:spPr>
          <a:xfrm>
            <a:off x="26789150" y="749431"/>
            <a:ext cx="5672050" cy="1922632"/>
          </a:xfrm>
          <a:prstGeom prst="rect">
            <a:avLst/>
          </a:prstGeom>
          <a:noFill/>
          <a:ln>
            <a:noFill/>
          </a:ln>
        </p:spPr>
      </p:pic>
      <p:pic>
        <p:nvPicPr>
          <p:cNvPr id="79" name="Google Shape;79;p13"/>
          <p:cNvPicPr preferRelativeResize="0"/>
          <p:nvPr/>
        </p:nvPicPr>
        <p:blipFill>
          <a:blip r:embed="rId6">
            <a:alphaModFix/>
          </a:blip>
          <a:stretch>
            <a:fillRect/>
          </a:stretch>
        </p:blipFill>
        <p:spPr>
          <a:xfrm>
            <a:off x="675966" y="434100"/>
            <a:ext cx="2615715" cy="2553300"/>
          </a:xfrm>
          <a:prstGeom prst="rect">
            <a:avLst/>
          </a:prstGeom>
          <a:noFill/>
          <a:ln>
            <a:noFill/>
          </a:ln>
        </p:spPr>
      </p:pic>
      <p:sp>
        <p:nvSpPr>
          <p:cNvPr id="80" name="Google Shape;80;p13"/>
          <p:cNvSpPr txBox="1"/>
          <p:nvPr/>
        </p:nvSpPr>
        <p:spPr>
          <a:xfrm>
            <a:off x="7697550" y="2456166"/>
            <a:ext cx="17461500" cy="604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3700"/>
              <a:buFont typeface="Arial"/>
              <a:buNone/>
            </a:pPr>
            <a:r>
              <a:rPr b="1" baseline="30000" lang="en" sz="4000">
                <a:solidFill>
                  <a:schemeClr val="dk1"/>
                </a:solidFill>
              </a:rPr>
              <a:t>1</a:t>
            </a:r>
            <a:r>
              <a:rPr b="1" lang="en" sz="4000">
                <a:solidFill>
                  <a:schemeClr val="dk1"/>
                </a:solidFill>
              </a:rPr>
              <a:t>University of Central Florida, </a:t>
            </a:r>
            <a:r>
              <a:rPr b="1" baseline="30000" lang="en" sz="4000">
                <a:solidFill>
                  <a:schemeClr val="dk1"/>
                </a:solidFill>
              </a:rPr>
              <a:t>2</a:t>
            </a:r>
            <a:r>
              <a:rPr b="1" lang="en" sz="4000">
                <a:solidFill>
                  <a:schemeClr val="dk1"/>
                </a:solidFill>
              </a:rPr>
              <a:t>SDA TAP Lab, </a:t>
            </a:r>
            <a:r>
              <a:rPr b="1" baseline="30000" lang="en" sz="4000">
                <a:solidFill>
                  <a:schemeClr val="dk1"/>
                </a:solidFill>
              </a:rPr>
              <a:t>3</a:t>
            </a:r>
            <a:r>
              <a:rPr b="1" lang="en" sz="4000">
                <a:solidFill>
                  <a:schemeClr val="dk1"/>
                </a:solidFill>
              </a:rPr>
              <a:t>VTARC, </a:t>
            </a:r>
            <a:r>
              <a:rPr b="1" baseline="30000" lang="en" sz="4000">
                <a:solidFill>
                  <a:schemeClr val="dk1"/>
                </a:solidFill>
              </a:rPr>
              <a:t>4</a:t>
            </a:r>
            <a:r>
              <a:rPr b="1" lang="en" sz="4000">
                <a:solidFill>
                  <a:schemeClr val="dk1"/>
                </a:solidFill>
              </a:rPr>
              <a:t>MITRE</a:t>
            </a:r>
            <a:endParaRPr b="1" sz="4000">
              <a:solidFill>
                <a:schemeClr val="dk2"/>
              </a:solidFill>
            </a:endParaRPr>
          </a:p>
        </p:txBody>
      </p:sp>
      <p:pic>
        <p:nvPicPr>
          <p:cNvPr id="81" name="Google Shape;81;p13"/>
          <p:cNvPicPr preferRelativeResize="0"/>
          <p:nvPr/>
        </p:nvPicPr>
        <p:blipFill rotWithShape="1">
          <a:blip r:embed="rId7">
            <a:alphaModFix/>
          </a:blip>
          <a:srcRect b="27497" l="12595" r="12392" t="7895"/>
          <a:stretch/>
        </p:blipFill>
        <p:spPr>
          <a:xfrm>
            <a:off x="9601200" y="4224015"/>
            <a:ext cx="8853900" cy="6062999"/>
          </a:xfrm>
          <a:prstGeom prst="rect">
            <a:avLst/>
          </a:prstGeom>
          <a:noFill/>
          <a:ln>
            <a:noFill/>
          </a:ln>
        </p:spPr>
      </p:pic>
      <p:pic>
        <p:nvPicPr>
          <p:cNvPr id="82" name="Google Shape;82;p13"/>
          <p:cNvPicPr preferRelativeResize="0"/>
          <p:nvPr/>
        </p:nvPicPr>
        <p:blipFill rotWithShape="1">
          <a:blip r:embed="rId8">
            <a:alphaModFix/>
          </a:blip>
          <a:srcRect b="0" l="0" r="20483" t="23266"/>
          <a:stretch/>
        </p:blipFill>
        <p:spPr>
          <a:xfrm>
            <a:off x="9606000" y="10922275"/>
            <a:ext cx="8756049" cy="2255225"/>
          </a:xfrm>
          <a:prstGeom prst="rect">
            <a:avLst/>
          </a:prstGeom>
          <a:solidFill>
            <a:schemeClr val="lt1"/>
          </a:solidFill>
          <a:ln cap="flat" cmpd="sng" w="9525">
            <a:solidFill>
              <a:schemeClr val="lt1"/>
            </a:solidFill>
            <a:prstDash val="solid"/>
            <a:round/>
            <a:headEnd len="sm" w="sm" type="none"/>
            <a:tailEnd len="sm" w="sm" type="none"/>
          </a:ln>
        </p:spPr>
      </p:pic>
      <p:sp>
        <p:nvSpPr>
          <p:cNvPr id="83" name="Google Shape;83;p13"/>
          <p:cNvSpPr txBox="1"/>
          <p:nvPr/>
        </p:nvSpPr>
        <p:spPr>
          <a:xfrm>
            <a:off x="9798888" y="14113690"/>
            <a:ext cx="13258800" cy="604500"/>
          </a:xfrm>
          <a:prstGeom prst="rect">
            <a:avLst/>
          </a:prstGeom>
          <a:solidFill>
            <a:srgbClr val="FFCA00"/>
          </a:solidFill>
          <a:ln cap="flat" cmpd="sng" w="9525">
            <a:solidFill>
              <a:schemeClr val="dk1"/>
            </a:solidFill>
            <a:prstDash val="solid"/>
            <a:miter lim="800000"/>
            <a:headEnd len="sm" w="sm" type="none"/>
            <a:tailEnd len="sm" w="sm" type="none"/>
          </a:ln>
        </p:spPr>
        <p:txBody>
          <a:bodyPr anchorCtr="0" anchor="t" bIns="24950" lIns="49900" spcFirstLastPara="1" rIns="49900" wrap="square" tIns="24950">
            <a:spAutoFit/>
          </a:bodyPr>
          <a:lstStyle/>
          <a:p>
            <a:pPr indent="0" lvl="0" marL="0" marR="0" rtl="0" algn="ctr">
              <a:lnSpc>
                <a:spcPct val="100000"/>
              </a:lnSpc>
              <a:spcBef>
                <a:spcPts val="0"/>
              </a:spcBef>
              <a:spcAft>
                <a:spcPts val="0"/>
              </a:spcAft>
              <a:buClr>
                <a:srgbClr val="FFFFFF"/>
              </a:buClr>
              <a:buSzPts val="500"/>
              <a:buFont typeface="Verdana"/>
              <a:buNone/>
            </a:pPr>
            <a:r>
              <a:rPr b="1" lang="en" sz="3600">
                <a:solidFill>
                  <a:schemeClr val="dk1"/>
                </a:solidFill>
                <a:latin typeface="Verdana"/>
                <a:ea typeface="Verdana"/>
                <a:cs typeface="Verdana"/>
                <a:sym typeface="Verdana"/>
              </a:rPr>
              <a:t>Evolution Process</a:t>
            </a:r>
            <a:endParaRPr b="0" i="0" sz="3600" u="none" cap="none" strike="noStrike">
              <a:solidFill>
                <a:schemeClr val="dk1"/>
              </a:solidFill>
              <a:latin typeface="Arial"/>
              <a:ea typeface="Arial"/>
              <a:cs typeface="Arial"/>
              <a:sym typeface="Arial"/>
            </a:endParaRPr>
          </a:p>
        </p:txBody>
      </p:sp>
      <p:sp>
        <p:nvSpPr>
          <p:cNvPr id="84" name="Google Shape;84;p13"/>
          <p:cNvSpPr txBox="1"/>
          <p:nvPr/>
        </p:nvSpPr>
        <p:spPr>
          <a:xfrm>
            <a:off x="9798900" y="19523125"/>
            <a:ext cx="13258800" cy="155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dk1"/>
                </a:solidFill>
              </a:rPr>
              <a:t>Instead of having one single large population, multiple islands run parallel to one another. This allows programs to maintain diversity which allows the best solutions to spread through the migration process. Where every n generations, we do migrations where we take the performing programs from one island and move them to another.</a:t>
            </a:r>
            <a:endParaRPr sz="2400">
              <a:solidFill>
                <a:schemeClr val="dk2"/>
              </a:solidFill>
            </a:endParaRPr>
          </a:p>
        </p:txBody>
      </p:sp>
      <p:pic>
        <p:nvPicPr>
          <p:cNvPr id="85" name="Google Shape;85;p13"/>
          <p:cNvPicPr preferRelativeResize="0"/>
          <p:nvPr/>
        </p:nvPicPr>
        <p:blipFill rotWithShape="1">
          <a:blip r:embed="rId9">
            <a:alphaModFix/>
          </a:blip>
          <a:srcRect b="30473" l="4686" r="2695" t="28590"/>
          <a:stretch/>
        </p:blipFill>
        <p:spPr>
          <a:xfrm>
            <a:off x="457100" y="11230175"/>
            <a:ext cx="9144000" cy="2753275"/>
          </a:xfrm>
          <a:prstGeom prst="rect">
            <a:avLst/>
          </a:prstGeom>
          <a:solidFill>
            <a:schemeClr val="lt1"/>
          </a:solidFill>
          <a:ln cap="flat" cmpd="sng" w="9525">
            <a:solidFill>
              <a:schemeClr val="lt1"/>
            </a:solidFill>
            <a:prstDash val="solid"/>
            <a:round/>
            <a:headEnd len="sm" w="sm" type="none"/>
            <a:tailEnd len="sm" w="sm" type="none"/>
          </a:ln>
        </p:spPr>
      </p:pic>
      <p:sp>
        <p:nvSpPr>
          <p:cNvPr id="86" name="Google Shape;86;p13"/>
          <p:cNvSpPr txBox="1"/>
          <p:nvPr/>
        </p:nvSpPr>
        <p:spPr>
          <a:xfrm>
            <a:off x="438000" y="10482757"/>
            <a:ext cx="8853900" cy="60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100">
                <a:solidFill>
                  <a:schemeClr val="dk2"/>
                </a:solidFill>
              </a:rPr>
              <a:t>Input: UDL data + dataset generation</a:t>
            </a:r>
            <a:endParaRPr b="1" sz="3100">
              <a:solidFill>
                <a:schemeClr val="dk2"/>
              </a:solidFill>
            </a:endParaRPr>
          </a:p>
        </p:txBody>
      </p:sp>
      <p:sp>
        <p:nvSpPr>
          <p:cNvPr id="87" name="Google Shape;87;p13"/>
          <p:cNvSpPr txBox="1"/>
          <p:nvPr/>
        </p:nvSpPr>
        <p:spPr>
          <a:xfrm>
            <a:off x="438000" y="14130493"/>
            <a:ext cx="8853900" cy="60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100">
                <a:solidFill>
                  <a:schemeClr val="dk2"/>
                </a:solidFill>
              </a:rPr>
              <a:t>Output</a:t>
            </a:r>
            <a:r>
              <a:rPr b="1" lang="en" sz="3100">
                <a:solidFill>
                  <a:schemeClr val="dk2"/>
                </a:solidFill>
              </a:rPr>
              <a:t>: UCT Processor + Evaluation</a:t>
            </a:r>
            <a:endParaRPr b="1" sz="3100">
              <a:solidFill>
                <a:schemeClr val="dk2"/>
              </a:solidFill>
            </a:endParaRPr>
          </a:p>
        </p:txBody>
      </p:sp>
      <p:pic>
        <p:nvPicPr>
          <p:cNvPr id="88" name="Google Shape;88;p13"/>
          <p:cNvPicPr preferRelativeResize="0"/>
          <p:nvPr/>
        </p:nvPicPr>
        <p:blipFill rotWithShape="1">
          <a:blip r:embed="rId10">
            <a:alphaModFix/>
          </a:blip>
          <a:srcRect b="0" l="0" r="0" t="3772"/>
          <a:stretch/>
        </p:blipFill>
        <p:spPr>
          <a:xfrm>
            <a:off x="9798900" y="14814837"/>
            <a:ext cx="13258799" cy="4732200"/>
          </a:xfrm>
          <a:prstGeom prst="rect">
            <a:avLst/>
          </a:prstGeom>
          <a:noFill/>
          <a:ln>
            <a:noFill/>
          </a:ln>
        </p:spPr>
      </p:pic>
      <p:pic>
        <p:nvPicPr>
          <p:cNvPr id="89" name="Google Shape;89;p13"/>
          <p:cNvPicPr preferRelativeResize="0"/>
          <p:nvPr/>
        </p:nvPicPr>
        <p:blipFill rotWithShape="1">
          <a:blip r:embed="rId11">
            <a:alphaModFix/>
          </a:blip>
          <a:srcRect b="0" l="0" r="0" t="3419"/>
          <a:stretch/>
        </p:blipFill>
        <p:spPr>
          <a:xfrm>
            <a:off x="393534" y="14786925"/>
            <a:ext cx="9143999" cy="5427850"/>
          </a:xfrm>
          <a:prstGeom prst="rect">
            <a:avLst/>
          </a:prstGeom>
          <a:noFill/>
          <a:ln>
            <a:noFill/>
          </a:ln>
        </p:spPr>
      </p:pic>
      <p:sp>
        <p:nvSpPr>
          <p:cNvPr id="90" name="Google Shape;90;p13"/>
          <p:cNvSpPr txBox="1"/>
          <p:nvPr/>
        </p:nvSpPr>
        <p:spPr>
          <a:xfrm>
            <a:off x="395325" y="20307876"/>
            <a:ext cx="9144000" cy="100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dk2"/>
                </a:solidFill>
              </a:rPr>
              <a:t>These are benchmarking schematics for input and output data schemes our team worked with to evolve basic functions of UCTP.</a:t>
            </a:r>
            <a:endParaRPr sz="2400">
              <a:solidFill>
                <a:schemeClr val="dk2"/>
              </a:solidFill>
            </a:endParaRPr>
          </a:p>
        </p:txBody>
      </p:sp>
      <p:pic>
        <p:nvPicPr>
          <p:cNvPr id="91" name="Google Shape;91;p13"/>
          <p:cNvPicPr preferRelativeResize="0"/>
          <p:nvPr/>
        </p:nvPicPr>
        <p:blipFill rotWithShape="1">
          <a:blip r:embed="rId12">
            <a:alphaModFix/>
          </a:blip>
          <a:srcRect b="26881" l="939" r="2237" t="4546"/>
          <a:stretch/>
        </p:blipFill>
        <p:spPr>
          <a:xfrm>
            <a:off x="23318700" y="11275925"/>
            <a:ext cx="9143999" cy="1454900"/>
          </a:xfrm>
          <a:prstGeom prst="rect">
            <a:avLst/>
          </a:prstGeom>
          <a:noFill/>
          <a:ln>
            <a:noFill/>
          </a:ln>
        </p:spPr>
      </p:pic>
      <p:pic>
        <p:nvPicPr>
          <p:cNvPr id="92" name="Google Shape;92;p13"/>
          <p:cNvPicPr preferRelativeResize="0"/>
          <p:nvPr/>
        </p:nvPicPr>
        <p:blipFill>
          <a:blip r:embed="rId13">
            <a:alphaModFix/>
          </a:blip>
          <a:stretch>
            <a:fillRect/>
          </a:stretch>
        </p:blipFill>
        <p:spPr>
          <a:xfrm>
            <a:off x="23317050" y="4089450"/>
            <a:ext cx="4615276" cy="2915975"/>
          </a:xfrm>
          <a:prstGeom prst="rect">
            <a:avLst/>
          </a:prstGeom>
          <a:noFill/>
          <a:ln>
            <a:noFill/>
          </a:ln>
        </p:spPr>
      </p:pic>
      <p:pic>
        <p:nvPicPr>
          <p:cNvPr id="93" name="Google Shape;93;p13"/>
          <p:cNvPicPr preferRelativeResize="0"/>
          <p:nvPr/>
        </p:nvPicPr>
        <p:blipFill rotWithShape="1">
          <a:blip r:embed="rId14">
            <a:alphaModFix/>
          </a:blip>
          <a:srcRect b="0" l="0" r="3344" t="0"/>
          <a:stretch/>
        </p:blipFill>
        <p:spPr>
          <a:xfrm>
            <a:off x="27985975" y="4096675"/>
            <a:ext cx="4476724" cy="2915975"/>
          </a:xfrm>
          <a:prstGeom prst="rect">
            <a:avLst/>
          </a:prstGeom>
          <a:solidFill>
            <a:schemeClr val="lt1"/>
          </a:solidFill>
          <a:ln cap="flat" cmpd="sng" w="9525">
            <a:solidFill>
              <a:schemeClr val="lt1"/>
            </a:solidFill>
            <a:prstDash val="solid"/>
            <a:round/>
            <a:headEnd len="sm" w="sm" type="none"/>
            <a:tailEnd len="sm" w="sm" type="none"/>
          </a:ln>
        </p:spPr>
      </p:pic>
      <p:pic>
        <p:nvPicPr>
          <p:cNvPr id="94" name="Google Shape;94;p13" title="base line.png"/>
          <p:cNvPicPr preferRelativeResize="0"/>
          <p:nvPr/>
        </p:nvPicPr>
        <p:blipFill>
          <a:blip r:embed="rId15">
            <a:alphaModFix/>
          </a:blip>
          <a:stretch>
            <a:fillRect/>
          </a:stretch>
        </p:blipFill>
        <p:spPr>
          <a:xfrm>
            <a:off x="23287134" y="7005425"/>
            <a:ext cx="4615255" cy="2292675"/>
          </a:xfrm>
          <a:prstGeom prst="rect">
            <a:avLst/>
          </a:prstGeom>
          <a:noFill/>
          <a:ln>
            <a:noFill/>
          </a:ln>
        </p:spPr>
      </p:pic>
      <p:pic>
        <p:nvPicPr>
          <p:cNvPr id="95" name="Google Shape;95;p13" title="loop hole.png"/>
          <p:cNvPicPr preferRelativeResize="0"/>
          <p:nvPr/>
        </p:nvPicPr>
        <p:blipFill>
          <a:blip r:embed="rId16">
            <a:alphaModFix/>
          </a:blip>
          <a:stretch>
            <a:fillRect/>
          </a:stretch>
        </p:blipFill>
        <p:spPr>
          <a:xfrm>
            <a:off x="27902400" y="7099950"/>
            <a:ext cx="4558500" cy="2191751"/>
          </a:xfrm>
          <a:prstGeom prst="rect">
            <a:avLst/>
          </a:prstGeom>
          <a:noFill/>
          <a:ln>
            <a:noFill/>
          </a:ln>
        </p:spPr>
      </p:pic>
      <p:pic>
        <p:nvPicPr>
          <p:cNvPr id="96" name="Google Shape;96;p13" title="combined.png"/>
          <p:cNvPicPr preferRelativeResize="0"/>
          <p:nvPr/>
        </p:nvPicPr>
        <p:blipFill>
          <a:blip r:embed="rId17">
            <a:alphaModFix/>
          </a:blip>
          <a:stretch>
            <a:fillRect/>
          </a:stretch>
        </p:blipFill>
        <p:spPr>
          <a:xfrm>
            <a:off x="23375628" y="9386300"/>
            <a:ext cx="3128150" cy="1779149"/>
          </a:xfrm>
          <a:prstGeom prst="rect">
            <a:avLst/>
          </a:prstGeom>
          <a:noFill/>
          <a:ln>
            <a:noFill/>
          </a:ln>
        </p:spPr>
      </p:pic>
      <p:pic>
        <p:nvPicPr>
          <p:cNvPr id="97" name="Google Shape;97;p13" title="binary.png"/>
          <p:cNvPicPr preferRelativeResize="0"/>
          <p:nvPr/>
        </p:nvPicPr>
        <p:blipFill>
          <a:blip r:embed="rId18">
            <a:alphaModFix/>
          </a:blip>
          <a:stretch>
            <a:fillRect/>
          </a:stretch>
        </p:blipFill>
        <p:spPr>
          <a:xfrm>
            <a:off x="29572161" y="9424825"/>
            <a:ext cx="2875626" cy="1702100"/>
          </a:xfrm>
          <a:prstGeom prst="rect">
            <a:avLst/>
          </a:prstGeom>
          <a:solidFill>
            <a:schemeClr val="lt1"/>
          </a:solidFill>
          <a:ln cap="flat" cmpd="sng" w="9525">
            <a:solidFill>
              <a:schemeClr val="lt1"/>
            </a:solidFill>
            <a:prstDash val="solid"/>
            <a:round/>
            <a:headEnd len="sm" w="sm" type="none"/>
            <a:tailEnd len="sm" w="sm" type="none"/>
          </a:ln>
        </p:spPr>
      </p:pic>
      <p:pic>
        <p:nvPicPr>
          <p:cNvPr id="98" name="Google Shape;98;p13" title="residual.png"/>
          <p:cNvPicPr preferRelativeResize="0"/>
          <p:nvPr/>
        </p:nvPicPr>
        <p:blipFill>
          <a:blip r:embed="rId19">
            <a:alphaModFix/>
          </a:blip>
          <a:stretch>
            <a:fillRect/>
          </a:stretch>
        </p:blipFill>
        <p:spPr>
          <a:xfrm>
            <a:off x="26540861" y="9386213"/>
            <a:ext cx="2992698" cy="170212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000000"/>
      </a:dk2>
      <a:lt2>
        <a:srgbClr val="EEEEEE"/>
      </a:lt2>
      <a:accent1>
        <a:srgbClr val="0A3755"/>
      </a:accent1>
      <a:accent2>
        <a:srgbClr val="0A7D8C"/>
      </a:accent2>
      <a:accent3>
        <a:srgbClr val="BED7EB"/>
      </a:accent3>
      <a:accent4>
        <a:srgbClr val="FF5A5F"/>
      </a:accent4>
      <a:accent5>
        <a:srgbClr val="C81E23"/>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