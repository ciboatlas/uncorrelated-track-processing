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1"/>
  </p:notesMasterIdLst>
  <p:sldIdLst>
    <p:sldId id="256" r:id="rId3"/>
    <p:sldId id="257" r:id="rId4"/>
    <p:sldId id="448" r:id="rId5"/>
    <p:sldId id="1042653389" r:id="rId6"/>
    <p:sldId id="1042653411" r:id="rId7"/>
    <p:sldId id="1042653410" r:id="rId8"/>
    <p:sldId id="1042653408" r:id="rId9"/>
    <p:sldId id="268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1F3D735-CA63-4AEC-A0B3-ED3692785BA0}">
          <p14:sldIdLst>
            <p14:sldId id="256"/>
            <p14:sldId id="257"/>
            <p14:sldId id="448"/>
            <p14:sldId id="1042653389"/>
            <p14:sldId id="1042653411"/>
            <p14:sldId id="1042653410"/>
            <p14:sldId id="104265340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2566" autoAdjust="0"/>
  </p:normalViewPr>
  <p:slideViewPr>
    <p:cSldViewPr snapToGrid="0">
      <p:cViewPr varScale="1">
        <p:scale>
          <a:sx n="136" d="100"/>
          <a:sy n="136" d="100"/>
        </p:scale>
        <p:origin x="109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6422-8C6A-38B2-6DB2-53DE3A67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FA13C-1B53-7B35-533C-7E79F8A9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29C3E-93BB-4F1A-7A3C-767CD97CD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44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5424-B733-DBB6-61D3-1B6F7FFB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2C808-9F75-0ED5-AD72-936632A1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BD4B-0809-32F3-CF2F-865DB56E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935D-EF2D-EA3D-465F-11C01D82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54A1-E467-AD46-4574-C21410EE5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C6868-F39D-B3BE-06DE-B6748F280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4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3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SD2 Plan	</a:t>
            </a:r>
          </a:p>
          <a:p>
            <a:pPr marL="101600" lvl="1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Questions and Discussions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70" y="488929"/>
            <a:ext cx="8743950" cy="39302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b="1" dirty="0"/>
              <a:t>The following items to be discussed</a:t>
            </a:r>
          </a:p>
          <a:p>
            <a:pPr lvl="1">
              <a:lnSpc>
                <a:spcPct val="150000"/>
              </a:lnSpc>
            </a:pPr>
            <a:r>
              <a:rPr lang="en-US" sz="1200" dirty="0"/>
              <a:t>Environment Setup: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SDA TAP Lab &amp; UDA access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</a:p>
          <a:p>
            <a:pPr lvl="2">
              <a:lnSpc>
                <a:spcPct val="150000"/>
              </a:lnSpc>
            </a:pPr>
            <a:endParaRPr lang="en-US" sz="1200" i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200" dirty="0"/>
              <a:t>Design level requirements: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Tech Stack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00B050"/>
                </a:solidFill>
              </a:rPr>
              <a:t>mature 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FFC000"/>
                </a:solidFill>
              </a:rPr>
              <a:t>development phase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FFC000"/>
                </a:solidFill>
              </a:rPr>
              <a:t>ongoing with CI/CD pipeline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CI/CD Pipeline Development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86505-5FC7-60B8-E85B-F165E2512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56" y="536162"/>
            <a:ext cx="8496886" cy="16094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32468C-2865-EF77-B8F8-6012E03EA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80" y="2571750"/>
            <a:ext cx="7821637" cy="3888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0C7DD8-F4E2-7DA9-E6E4-8672B29366E0}"/>
              </a:ext>
            </a:extLst>
          </p:cNvPr>
          <p:cNvSpPr txBox="1"/>
          <p:nvPr/>
        </p:nvSpPr>
        <p:spPr>
          <a:xfrm>
            <a:off x="2273691" y="3392755"/>
            <a:ext cx="4596618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name: Build Docker image for Analytic Console site  working-directory: ./UI-Development  run: |    docker build -t analytic-console-site:${{ </a:t>
            </a:r>
            <a:r>
              <a:rPr lang="en-US" dirty="0" err="1"/>
              <a:t>github.sha</a:t>
            </a:r>
            <a:r>
              <a:rPr lang="en-US" dirty="0"/>
              <a:t> }} .</a:t>
            </a:r>
          </a:p>
        </p:txBody>
      </p:sp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F7A7E-5FFC-5CF5-79AB-B5FBFBF1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A3F3-7705-E5D9-D268-99DDB7B0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SD2 Plan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9F6D3C79-2A44-6626-71B2-EDF632D8F0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0451D6C7-BBD1-0C3F-1F8B-27F00E9A8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0FE448EA-FC50-EB25-66DE-02C1DDA355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3B81C-7996-8681-342B-D64EBDF1E23C}"/>
              </a:ext>
            </a:extLst>
          </p:cNvPr>
          <p:cNvSpPr txBox="1"/>
          <p:nvPr/>
        </p:nvSpPr>
        <p:spPr>
          <a:xfrm>
            <a:off x="249534" y="746967"/>
            <a:ext cx="864493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January: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GUI: Plan to connect it to </a:t>
            </a:r>
            <a:r>
              <a:rPr lang="en-US" dirty="0" err="1"/>
              <a:t>OpenEvolve</a:t>
            </a:r>
            <a:r>
              <a:rPr lang="en-US" dirty="0"/>
              <a:t> using example problems soon so we can have real time updates in the graphs.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Chatbot: Fixing bugs to help generate code better and create bounds for user inputs.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UCT into </a:t>
            </a:r>
            <a:r>
              <a:rPr lang="en-US" dirty="0" err="1"/>
              <a:t>OpenEvolve</a:t>
            </a:r>
            <a:r>
              <a:rPr lang="en-US" dirty="0"/>
              <a:t>: Working on creating a prototype by the end of this month.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February: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Plan to connect GUI, Chatbot, and working prototype of </a:t>
            </a:r>
            <a:r>
              <a:rPr lang="en-US" dirty="0" err="1"/>
              <a:t>OpenEvolve</a:t>
            </a:r>
            <a:r>
              <a:rPr lang="en-US" dirty="0"/>
              <a:t> UCT.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reproducible documentation for processes and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22376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1F4D16-A47D-894C-CF37-5EC60AE07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9142-D929-BB34-4FAA-681EC898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Development Updates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10A3A37-C5E7-7B68-055D-3A2113E17E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35AEA6C9-BF3B-E49D-4ACA-8094B4400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6573A7F2-6CC1-B33E-86E7-B2C6E6087F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EC8E5F-8E1E-A16F-806C-D19934CE0AB7}"/>
              </a:ext>
            </a:extLst>
          </p:cNvPr>
          <p:cNvSpPr txBox="1"/>
          <p:nvPr/>
        </p:nvSpPr>
        <p:spPr>
          <a:xfrm>
            <a:off x="207170" y="3845431"/>
            <a:ext cx="8644932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Currently the dashboard is still static in regard to the data coming 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Hard stop on </a:t>
            </a:r>
            <a:r>
              <a:rPr lang="en-US" sz="1200" dirty="0" err="1"/>
              <a:t>OpenEvolve</a:t>
            </a:r>
            <a:r>
              <a:rPr lang="en-US" sz="1200" dirty="0"/>
              <a:t>-UCT output.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Chat bot is working for initial program/evaluator code generation but still has some bugs that we are fixing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2697B-E10A-44CD-9AB5-2FFFC78C9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69" y="561329"/>
            <a:ext cx="6836461" cy="32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2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ADDE4A-1F51-5291-CE03-5454DA9E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C5B3-4A44-3FCF-5FA1-05ACF2DE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Current Focus and Needs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EAB4507-0303-6F98-E9E5-0479D756B0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EED7DD7-CF4D-1F2C-1266-68CC43B942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F38F5BF-9773-15E7-D75C-22EC816914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DF87E-2634-CF2E-2B88-61E6FE18851A}"/>
              </a:ext>
            </a:extLst>
          </p:cNvPr>
          <p:cNvSpPr txBox="1"/>
          <p:nvPr/>
        </p:nvSpPr>
        <p:spPr>
          <a:xfrm>
            <a:off x="249534" y="746967"/>
            <a:ext cx="864493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At the moment, we understand how we pull data from </a:t>
            </a:r>
            <a:r>
              <a:rPr lang="en-US" dirty="0" err="1"/>
              <a:t>OpenEvolve</a:t>
            </a:r>
            <a:r>
              <a:rPr lang="en-US" dirty="0"/>
              <a:t> and give real time updates to our processes. But I am still trying to figure out how to implement UCTP into </a:t>
            </a:r>
            <a:r>
              <a:rPr lang="en-US" dirty="0" err="1"/>
              <a:t>OpenEvolve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Restructuring needed on how the data is being pulled through </a:t>
            </a:r>
            <a:r>
              <a:rPr lang="en-US" dirty="0" err="1"/>
              <a:t>duckDB</a:t>
            </a:r>
            <a:r>
              <a:rPr lang="en-US" dirty="0"/>
              <a:t> and parquet formats as opposed to JSON.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GitHub sent is creating dataset generation.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 the processor inside that GitHub as well? I am interested in the processor so I can try to implement it into </a:t>
            </a:r>
            <a:r>
              <a:rPr lang="en-US" dirty="0" err="1"/>
              <a:t>OpenEvolve</a:t>
            </a:r>
            <a:r>
              <a:rPr lang="en-US" dirty="0"/>
              <a:t> architecture and see how well I can reproduce/create my own processes with </a:t>
            </a:r>
            <a:r>
              <a:rPr lang="en-US" dirty="0" err="1"/>
              <a:t>OpenEvolve</a:t>
            </a:r>
            <a:r>
              <a:rPr lang="en-US" dirty="0"/>
              <a:t>. (This continues analytics console development since it is at a </a:t>
            </a:r>
            <a:r>
              <a:rPr lang="en-US" dirty="0" err="1"/>
              <a:t>hardstuck</a:t>
            </a:r>
            <a:r>
              <a:rPr lang="en-US" dirty="0"/>
              <a:t> when it comes to data being pulled in)</a:t>
            </a:r>
          </a:p>
        </p:txBody>
      </p:sp>
    </p:spTree>
    <p:extLst>
      <p:ext uri="{BB962C8B-B14F-4D97-AF65-F5344CB8AC3E}">
        <p14:creationId xmlns:p14="http://schemas.microsoft.com/office/powerpoint/2010/main" val="17240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Questions and Discussions</a:t>
            </a:r>
            <a:endParaRPr dirty="0"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1825</TotalTime>
  <Words>412</Words>
  <Application>Microsoft Office PowerPoint</Application>
  <PresentationFormat>On-screen Show (16:9)</PresentationFormat>
  <Paragraphs>42</Paragraphs>
  <Slides>8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Simple Light</vt:lpstr>
      <vt:lpstr>1_UCF_Kapat_2007Jan_Project</vt:lpstr>
      <vt:lpstr>L16 – Uncorrelated Track Processing</vt:lpstr>
      <vt:lpstr>Table of Contents</vt:lpstr>
      <vt:lpstr>Project Maturation</vt:lpstr>
      <vt:lpstr>CI/CD Pipeline Development</vt:lpstr>
      <vt:lpstr>SD2 Plan</vt:lpstr>
      <vt:lpstr>Development Updates</vt:lpstr>
      <vt:lpstr>Current Focus and Needs</vt:lpstr>
      <vt:lpstr>Questions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24</cp:revision>
  <dcterms:modified xsi:type="dcterms:W3CDTF">2026-01-29T15:30:56Z</dcterms:modified>
</cp:coreProperties>
</file>